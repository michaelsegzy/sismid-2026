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405" r:id="rId2"/>
    <p:sldId id="425" r:id="rId3"/>
    <p:sldId id="426" r:id="rId4"/>
    <p:sldId id="490" r:id="rId5"/>
    <p:sldId id="420" r:id="rId6"/>
    <p:sldId id="438" r:id="rId7"/>
    <p:sldId id="472" r:id="rId8"/>
    <p:sldId id="429" r:id="rId9"/>
    <p:sldId id="449" r:id="rId10"/>
    <p:sldId id="459" r:id="rId11"/>
    <p:sldId id="461" r:id="rId12"/>
    <p:sldId id="452" r:id="rId13"/>
    <p:sldId id="471" r:id="rId14"/>
    <p:sldId id="455" r:id="rId15"/>
    <p:sldId id="489" r:id="rId16"/>
    <p:sldId id="443" r:id="rId17"/>
    <p:sldId id="473" r:id="rId18"/>
    <p:sldId id="478" r:id="rId19"/>
    <p:sldId id="480" r:id="rId20"/>
    <p:sldId id="483" r:id="rId21"/>
    <p:sldId id="484" r:id="rId22"/>
    <p:sldId id="493" r:id="rId23"/>
    <p:sldId id="487" r:id="rId24"/>
    <p:sldId id="492" r:id="rId25"/>
    <p:sldId id="494" r:id="rId26"/>
    <p:sldId id="495" r:id="rId27"/>
    <p:sldId id="451" r:id="rId28"/>
    <p:sldId id="491"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2D137CB-0DAE-1091-6C64-1F13CCECFFFA}" name="Lior Rennert" initials="LR" userId="S::liorr@clemson.edu::288fa620-a98f-4bee-8bc0-951177fa953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EC"/>
    <a:srgbClr val="F0ECF8"/>
    <a:srgbClr val="DCEAF7"/>
    <a:srgbClr val="E8F4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7FEB1A-E7D5-4047-A19E-E84150199420}" v="161" dt="2026-07-15T23:32:12.110"/>
    <p1510:client id="{369D8EA3-5578-4DE0-9615-0226AFF0C26D}" v="1" dt="2026-07-16T12:51:32.471"/>
    <p1510:client id="{7A72F29E-903D-4DA3-8BB0-A06A146D10A0}" v="80" dt="2026-07-16T19:19:26.367"/>
    <p1510:client id="{FB7AB3E4-D6D2-4BA6-B075-8BB459A798CF}" v="5" dt="2026-07-16T15:38:23.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9020" autoAdjust="0"/>
  </p:normalViewPr>
  <p:slideViewPr>
    <p:cSldViewPr snapToGrid="0">
      <p:cViewPr varScale="1">
        <p:scale>
          <a:sx n="84" d="100"/>
          <a:sy n="84" d="100"/>
        </p:scale>
        <p:origin x="45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37"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bleic@clemson.edu" userId="43615028507_tp_box_2" providerId="OAuth2" clId="{8CD3F0DC-5380-413B-BA1A-8DCBF15377B9}"/>
    <pc:docChg chg="custSel addSld delSld modSld sldOrd">
      <pc:chgData name="ambleic@clemson.edu" userId="43615028507_tp_box_2" providerId="OAuth2" clId="{8CD3F0DC-5380-413B-BA1A-8DCBF15377B9}" dt="2026-07-16T19:22:51.687" v="2424" actId="207"/>
      <pc:docMkLst>
        <pc:docMk/>
      </pc:docMkLst>
      <pc:sldChg chg="modSp mod modAnim">
        <pc:chgData name="ambleic@clemson.edu" userId="43615028507_tp_box_2" providerId="OAuth2" clId="{8CD3F0DC-5380-413B-BA1A-8DCBF15377B9}" dt="2026-07-16T19:20:20.060" v="2369" actId="1036"/>
        <pc:sldMkLst>
          <pc:docMk/>
          <pc:sldMk cId="3845656810" sldId="420"/>
        </pc:sldMkLst>
        <pc:spChg chg="mod">
          <ac:chgData name="ambleic@clemson.edu" userId="43615028507_tp_box_2" providerId="OAuth2" clId="{8CD3F0DC-5380-413B-BA1A-8DCBF15377B9}" dt="2026-07-16T19:20:20.060" v="2369" actId="1036"/>
          <ac:spMkLst>
            <pc:docMk/>
            <pc:sldMk cId="3845656810" sldId="420"/>
            <ac:spMk id="2" creationId="{DF5B00C1-BD6A-D367-BE03-DC02A6210404}"/>
          </ac:spMkLst>
        </pc:spChg>
        <pc:spChg chg="mod">
          <ac:chgData name="ambleic@clemson.edu" userId="43615028507_tp_box_2" providerId="OAuth2" clId="{8CD3F0DC-5380-413B-BA1A-8DCBF15377B9}" dt="2026-07-16T18:02:28.258" v="1616" actId="255"/>
          <ac:spMkLst>
            <pc:docMk/>
            <pc:sldMk cId="3845656810" sldId="420"/>
            <ac:spMk id="4" creationId="{4A03D021-3291-F8EE-43B3-C66F6EC7F58D}"/>
          </ac:spMkLst>
        </pc:spChg>
        <pc:graphicFrameChg chg="mod modGraphic">
          <ac:chgData name="ambleic@clemson.edu" userId="43615028507_tp_box_2" providerId="OAuth2" clId="{8CD3F0DC-5380-413B-BA1A-8DCBF15377B9}" dt="2026-07-16T18:02:32.768" v="1617" actId="1076"/>
          <ac:graphicFrameMkLst>
            <pc:docMk/>
            <pc:sldMk cId="3845656810" sldId="420"/>
            <ac:graphicFrameMk id="7" creationId="{00000000-0000-0000-0000-000000000000}"/>
          </ac:graphicFrameMkLst>
        </pc:graphicFrameChg>
        <pc:picChg chg="mod">
          <ac:chgData name="ambleic@clemson.edu" userId="43615028507_tp_box_2" providerId="OAuth2" clId="{8CD3F0DC-5380-413B-BA1A-8DCBF15377B9}" dt="2026-07-16T18:01:53.978" v="1606" actId="1076"/>
          <ac:picMkLst>
            <pc:docMk/>
            <pc:sldMk cId="3845656810" sldId="420"/>
            <ac:picMk id="3" creationId="{7CC0AF3F-5972-9E6A-4E9A-DB5BBB0F2714}"/>
          </ac:picMkLst>
        </pc:picChg>
      </pc:sldChg>
      <pc:sldChg chg="modSp mod">
        <pc:chgData name="ambleic@clemson.edu" userId="43615028507_tp_box_2" providerId="OAuth2" clId="{8CD3F0DC-5380-413B-BA1A-8DCBF15377B9}" dt="2026-07-16T19:20:38.404" v="2371" actId="12788"/>
        <pc:sldMkLst>
          <pc:docMk/>
          <pc:sldMk cId="0" sldId="429"/>
        </pc:sldMkLst>
        <pc:spChg chg="mod">
          <ac:chgData name="ambleic@clemson.edu" userId="43615028507_tp_box_2" providerId="OAuth2" clId="{8CD3F0DC-5380-413B-BA1A-8DCBF15377B9}" dt="2026-07-16T19:20:38.404" v="2371" actId="12788"/>
          <ac:spMkLst>
            <pc:docMk/>
            <pc:sldMk cId="0" sldId="429"/>
            <ac:spMk id="11" creationId="{00000000-0000-0000-0000-000000000000}"/>
          </ac:spMkLst>
        </pc:spChg>
      </pc:sldChg>
      <pc:sldChg chg="modAnim">
        <pc:chgData name="ambleic@clemson.edu" userId="43615028507_tp_box_2" providerId="OAuth2" clId="{8CD3F0DC-5380-413B-BA1A-8DCBF15377B9}" dt="2026-07-16T19:16:47.266" v="2302"/>
        <pc:sldMkLst>
          <pc:docMk/>
          <pc:sldMk cId="3098175768" sldId="443"/>
        </pc:sldMkLst>
      </pc:sldChg>
      <pc:sldChg chg="addAnim delAnim modAnim">
        <pc:chgData name="ambleic@clemson.edu" userId="43615028507_tp_box_2" providerId="OAuth2" clId="{8CD3F0DC-5380-413B-BA1A-8DCBF15377B9}" dt="2026-07-16T19:11:44.773" v="2144"/>
        <pc:sldMkLst>
          <pc:docMk/>
          <pc:sldMk cId="1854242178" sldId="449"/>
        </pc:sldMkLst>
      </pc:sldChg>
      <pc:sldChg chg="modSp mod modAnim">
        <pc:chgData name="ambleic@clemson.edu" userId="43615028507_tp_box_2" providerId="OAuth2" clId="{8CD3F0DC-5380-413B-BA1A-8DCBF15377B9}" dt="2026-07-16T19:12:55.803" v="2157"/>
        <pc:sldMkLst>
          <pc:docMk/>
          <pc:sldMk cId="2598776719" sldId="452"/>
        </pc:sldMkLst>
        <pc:spChg chg="mod">
          <ac:chgData name="ambleic@clemson.edu" userId="43615028507_tp_box_2" providerId="OAuth2" clId="{8CD3F0DC-5380-413B-BA1A-8DCBF15377B9}" dt="2026-07-16T18:35:17.856" v="1982" actId="1038"/>
          <ac:spMkLst>
            <pc:docMk/>
            <pc:sldMk cId="2598776719" sldId="452"/>
            <ac:spMk id="14" creationId="{C6E32BCF-84A6-4770-8FD3-A98B49FDA764}"/>
          </ac:spMkLst>
        </pc:spChg>
      </pc:sldChg>
      <pc:sldChg chg="addAnim delAnim modAnim">
        <pc:chgData name="ambleic@clemson.edu" userId="43615028507_tp_box_2" providerId="OAuth2" clId="{8CD3F0DC-5380-413B-BA1A-8DCBF15377B9}" dt="2026-07-16T19:11:57.594" v="2145"/>
        <pc:sldMkLst>
          <pc:docMk/>
          <pc:sldMk cId="2464918355" sldId="459"/>
        </pc:sldMkLst>
      </pc:sldChg>
      <pc:sldChg chg="addSp delSp modSp mod modAnim">
        <pc:chgData name="ambleic@clemson.edu" userId="43615028507_tp_box_2" providerId="OAuth2" clId="{8CD3F0DC-5380-413B-BA1A-8DCBF15377B9}" dt="2026-07-16T18:48:55.435" v="2132"/>
        <pc:sldMkLst>
          <pc:docMk/>
          <pc:sldMk cId="539359193" sldId="461"/>
        </pc:sldMkLst>
        <pc:spChg chg="mod">
          <ac:chgData name="ambleic@clemson.edu" userId="43615028507_tp_box_2" providerId="OAuth2" clId="{8CD3F0DC-5380-413B-BA1A-8DCBF15377B9}" dt="2026-07-16T18:48:20.966" v="2127" actId="1036"/>
          <ac:spMkLst>
            <pc:docMk/>
            <pc:sldMk cId="539359193" sldId="461"/>
            <ac:spMk id="2" creationId="{94CC8945-DA29-B4B3-26CF-676DBC4294EC}"/>
          </ac:spMkLst>
        </pc:spChg>
        <pc:spChg chg="add mod">
          <ac:chgData name="ambleic@clemson.edu" userId="43615028507_tp_box_2" providerId="OAuth2" clId="{8CD3F0DC-5380-413B-BA1A-8DCBF15377B9}" dt="2026-07-16T18:48:28.684" v="2130" actId="1036"/>
          <ac:spMkLst>
            <pc:docMk/>
            <pc:sldMk cId="539359193" sldId="461"/>
            <ac:spMk id="5" creationId="{5E034038-08E6-178F-EFF6-B1A3522169D3}"/>
          </ac:spMkLst>
        </pc:spChg>
        <pc:spChg chg="add del mod">
          <ac:chgData name="ambleic@clemson.edu" userId="43615028507_tp_box_2" providerId="OAuth2" clId="{8CD3F0DC-5380-413B-BA1A-8DCBF15377B9}" dt="2026-07-16T18:45:46.174" v="1984" actId="478"/>
          <ac:spMkLst>
            <pc:docMk/>
            <pc:sldMk cId="539359193" sldId="461"/>
            <ac:spMk id="6" creationId="{AE4A619F-B77A-2D9D-2280-F0F27D105B4A}"/>
          </ac:spMkLst>
        </pc:spChg>
        <pc:graphicFrameChg chg="mod modGraphic">
          <ac:chgData name="ambleic@clemson.edu" userId="43615028507_tp_box_2" providerId="OAuth2" clId="{8CD3F0DC-5380-413B-BA1A-8DCBF15377B9}" dt="2026-07-16T18:47:03.801" v="2037" actId="2711"/>
          <ac:graphicFrameMkLst>
            <pc:docMk/>
            <pc:sldMk cId="539359193" sldId="461"/>
            <ac:graphicFrameMk id="4" creationId="{A1416B70-F0EB-F08B-794F-959689395C36}"/>
          </ac:graphicFrameMkLst>
        </pc:graphicFrameChg>
      </pc:sldChg>
      <pc:sldChg chg="modSp mod">
        <pc:chgData name="ambleic@clemson.edu" userId="43615028507_tp_box_2" providerId="OAuth2" clId="{8CD3F0DC-5380-413B-BA1A-8DCBF15377B9}" dt="2026-07-16T19:20:32.126" v="2370" actId="207"/>
        <pc:sldMkLst>
          <pc:docMk/>
          <pc:sldMk cId="874960868" sldId="472"/>
        </pc:sldMkLst>
        <pc:spChg chg="mod">
          <ac:chgData name="ambleic@clemson.edu" userId="43615028507_tp_box_2" providerId="OAuth2" clId="{8CD3F0DC-5380-413B-BA1A-8DCBF15377B9}" dt="2026-07-16T19:20:32.126" v="2370" actId="207"/>
          <ac:spMkLst>
            <pc:docMk/>
            <pc:sldMk cId="874960868" sldId="472"/>
            <ac:spMk id="2" creationId="{48C0C0C7-70C6-A9D8-70B4-AA2C3F83FC22}"/>
          </ac:spMkLst>
        </pc:spChg>
      </pc:sldChg>
      <pc:sldChg chg="modSp mod ord">
        <pc:chgData name="ambleic@clemson.edu" userId="43615028507_tp_box_2" providerId="OAuth2" clId="{8CD3F0DC-5380-413B-BA1A-8DCBF15377B9}" dt="2026-07-16T19:21:40.062" v="2389" actId="207"/>
        <pc:sldMkLst>
          <pc:docMk/>
          <pc:sldMk cId="1250744553" sldId="473"/>
        </pc:sldMkLst>
        <pc:spChg chg="mod">
          <ac:chgData name="ambleic@clemson.edu" userId="43615028507_tp_box_2" providerId="OAuth2" clId="{8CD3F0DC-5380-413B-BA1A-8DCBF15377B9}" dt="2026-07-16T19:21:40.062" v="2389" actId="207"/>
          <ac:spMkLst>
            <pc:docMk/>
            <pc:sldMk cId="1250744553" sldId="473"/>
            <ac:spMk id="2" creationId="{35673466-C15C-B6DE-9521-975B91543089}"/>
          </ac:spMkLst>
        </pc:spChg>
      </pc:sldChg>
      <pc:sldChg chg="ord">
        <pc:chgData name="ambleic@clemson.edu" userId="43615028507_tp_box_2" providerId="OAuth2" clId="{8CD3F0DC-5380-413B-BA1A-8DCBF15377B9}" dt="2026-07-16T15:36:36.068" v="52"/>
        <pc:sldMkLst>
          <pc:docMk/>
          <pc:sldMk cId="2198348139" sldId="478"/>
        </pc:sldMkLst>
      </pc:sldChg>
      <pc:sldChg chg="modSp mod ord modAnim">
        <pc:chgData name="ambleic@clemson.edu" userId="43615028507_tp_box_2" providerId="OAuth2" clId="{8CD3F0DC-5380-413B-BA1A-8DCBF15377B9}" dt="2026-07-16T19:17:07.589" v="2307"/>
        <pc:sldMkLst>
          <pc:docMk/>
          <pc:sldMk cId="1793526370" sldId="480"/>
        </pc:sldMkLst>
        <pc:spChg chg="mod">
          <ac:chgData name="ambleic@clemson.edu" userId="43615028507_tp_box_2" providerId="OAuth2" clId="{8CD3F0DC-5380-413B-BA1A-8DCBF15377B9}" dt="2026-07-16T19:17:06.008" v="2306" actId="1035"/>
          <ac:spMkLst>
            <pc:docMk/>
            <pc:sldMk cId="1793526370" sldId="480"/>
            <ac:spMk id="28" creationId="{00000000-0000-0000-0000-000000000000}"/>
          </ac:spMkLst>
        </pc:spChg>
      </pc:sldChg>
      <pc:sldChg chg="ord">
        <pc:chgData name="ambleic@clemson.edu" userId="43615028507_tp_box_2" providerId="OAuth2" clId="{8CD3F0DC-5380-413B-BA1A-8DCBF15377B9}" dt="2026-07-16T15:36:36.068" v="52"/>
        <pc:sldMkLst>
          <pc:docMk/>
          <pc:sldMk cId="724837186" sldId="483"/>
        </pc:sldMkLst>
      </pc:sldChg>
      <pc:sldChg chg="ord">
        <pc:chgData name="ambleic@clemson.edu" userId="43615028507_tp_box_2" providerId="OAuth2" clId="{8CD3F0DC-5380-413B-BA1A-8DCBF15377B9}" dt="2026-07-16T15:36:36.068" v="52"/>
        <pc:sldMkLst>
          <pc:docMk/>
          <pc:sldMk cId="3447001727" sldId="484"/>
        </pc:sldMkLst>
      </pc:sldChg>
      <pc:sldChg chg="del ord">
        <pc:chgData name="ambleic@clemson.edu" userId="43615028507_tp_box_2" providerId="OAuth2" clId="{8CD3F0DC-5380-413B-BA1A-8DCBF15377B9}" dt="2026-07-16T19:22:05.527" v="2390" actId="47"/>
        <pc:sldMkLst>
          <pc:docMk/>
          <pc:sldMk cId="3412066392" sldId="486"/>
        </pc:sldMkLst>
      </pc:sldChg>
      <pc:sldChg chg="ord modAnim">
        <pc:chgData name="ambleic@clemson.edu" userId="43615028507_tp_box_2" providerId="OAuth2" clId="{8CD3F0DC-5380-413B-BA1A-8DCBF15377B9}" dt="2026-07-16T19:18:51.786" v="2344"/>
        <pc:sldMkLst>
          <pc:docMk/>
          <pc:sldMk cId="2076245188" sldId="487"/>
        </pc:sldMkLst>
      </pc:sldChg>
      <pc:sldChg chg="modSp mod modAnim">
        <pc:chgData name="ambleic@clemson.edu" userId="43615028507_tp_box_2" providerId="OAuth2" clId="{8CD3F0DC-5380-413B-BA1A-8DCBF15377B9}" dt="2026-07-16T19:21:23.392" v="2388" actId="1036"/>
        <pc:sldMkLst>
          <pc:docMk/>
          <pc:sldMk cId="3312880774" sldId="489"/>
        </pc:sldMkLst>
        <pc:spChg chg="mod">
          <ac:chgData name="ambleic@clemson.edu" userId="43615028507_tp_box_2" providerId="OAuth2" clId="{8CD3F0DC-5380-413B-BA1A-8DCBF15377B9}" dt="2026-07-16T19:21:23.392" v="2388" actId="1036"/>
          <ac:spMkLst>
            <pc:docMk/>
            <pc:sldMk cId="3312880774" sldId="489"/>
            <ac:spMk id="2" creationId="{196FD175-B8A4-3AC9-7A53-D8D9889B3B4A}"/>
          </ac:spMkLst>
        </pc:spChg>
        <pc:spChg chg="mod">
          <ac:chgData name="ambleic@clemson.edu" userId="43615028507_tp_box_2" providerId="OAuth2" clId="{8CD3F0DC-5380-413B-BA1A-8DCBF15377B9}" dt="2026-07-16T19:21:15.695" v="2385" actId="1035"/>
          <ac:spMkLst>
            <pc:docMk/>
            <pc:sldMk cId="3312880774" sldId="489"/>
            <ac:spMk id="3" creationId="{BFA22F62-B8F7-04AC-F2E3-C0DF4CF1271E}"/>
          </ac:spMkLst>
        </pc:spChg>
        <pc:graphicFrameChg chg="mod modGraphic">
          <ac:chgData name="ambleic@clemson.edu" userId="43615028507_tp_box_2" providerId="OAuth2" clId="{8CD3F0DC-5380-413B-BA1A-8DCBF15377B9}" dt="2026-07-16T19:21:15.695" v="2385" actId="1035"/>
          <ac:graphicFrameMkLst>
            <pc:docMk/>
            <pc:sldMk cId="3312880774" sldId="489"/>
            <ac:graphicFrameMk id="14" creationId="{D5B46F88-1ABD-479B-537B-19A315727FDE}"/>
          </ac:graphicFrameMkLst>
        </pc:graphicFrameChg>
      </pc:sldChg>
      <pc:sldChg chg="modSp mod">
        <pc:chgData name="ambleic@clemson.edu" userId="43615028507_tp_box_2" providerId="OAuth2" clId="{8CD3F0DC-5380-413B-BA1A-8DCBF15377B9}" dt="2026-07-16T17:52:41.560" v="918" actId="255"/>
        <pc:sldMkLst>
          <pc:docMk/>
          <pc:sldMk cId="1807760304" sldId="490"/>
        </pc:sldMkLst>
        <pc:spChg chg="mod">
          <ac:chgData name="ambleic@clemson.edu" userId="43615028507_tp_box_2" providerId="OAuth2" clId="{8CD3F0DC-5380-413B-BA1A-8DCBF15377B9}" dt="2026-07-16T12:56:27.762" v="42" actId="20577"/>
          <ac:spMkLst>
            <pc:docMk/>
            <pc:sldMk cId="1807760304" sldId="490"/>
            <ac:spMk id="2" creationId="{AF1904A8-1BC0-BEF9-D316-657EC87DADA4}"/>
          </ac:spMkLst>
        </pc:spChg>
        <pc:graphicFrameChg chg="mod modGraphic">
          <ac:chgData name="ambleic@clemson.edu" userId="43615028507_tp_box_2" providerId="OAuth2" clId="{8CD3F0DC-5380-413B-BA1A-8DCBF15377B9}" dt="2026-07-16T17:52:41.560" v="918" actId="255"/>
          <ac:graphicFrameMkLst>
            <pc:docMk/>
            <pc:sldMk cId="1807760304" sldId="490"/>
            <ac:graphicFrameMk id="7" creationId="{739EE78A-44FA-685D-EC14-5A698DE5A063}"/>
          </ac:graphicFrameMkLst>
        </pc:graphicFrameChg>
        <pc:picChg chg="mod">
          <ac:chgData name="ambleic@clemson.edu" userId="43615028507_tp_box_2" providerId="OAuth2" clId="{8CD3F0DC-5380-413B-BA1A-8DCBF15377B9}" dt="2026-07-16T12:55:59.457" v="21" actId="1076"/>
          <ac:picMkLst>
            <pc:docMk/>
            <pc:sldMk cId="1807760304" sldId="490"/>
            <ac:picMk id="3" creationId="{7ADB0E6B-AEF9-C0F2-3B56-FC08E8CE6061}"/>
          </ac:picMkLst>
        </pc:picChg>
      </pc:sldChg>
      <pc:sldChg chg="modSp mod ord">
        <pc:chgData name="ambleic@clemson.edu" userId="43615028507_tp_box_2" providerId="OAuth2" clId="{8CD3F0DC-5380-413B-BA1A-8DCBF15377B9}" dt="2026-07-16T19:22:51.687" v="2424" actId="207"/>
        <pc:sldMkLst>
          <pc:docMk/>
          <pc:sldMk cId="3743708927" sldId="492"/>
        </pc:sldMkLst>
        <pc:spChg chg="mod">
          <ac:chgData name="ambleic@clemson.edu" userId="43615028507_tp_box_2" providerId="OAuth2" clId="{8CD3F0DC-5380-413B-BA1A-8DCBF15377B9}" dt="2026-07-16T19:22:51.687" v="2424" actId="207"/>
          <ac:spMkLst>
            <pc:docMk/>
            <pc:sldMk cId="3743708927" sldId="492"/>
            <ac:spMk id="2" creationId="{A97AF9A8-5D48-FB09-0946-FE1B13B7C0F8}"/>
          </ac:spMkLst>
        </pc:spChg>
        <pc:spChg chg="mod">
          <ac:chgData name="ambleic@clemson.edu" userId="43615028507_tp_box_2" providerId="OAuth2" clId="{8CD3F0DC-5380-413B-BA1A-8DCBF15377B9}" dt="2026-07-16T19:19:04.643" v="2361" actId="20577"/>
          <ac:spMkLst>
            <pc:docMk/>
            <pc:sldMk cId="3743708927" sldId="492"/>
            <ac:spMk id="3" creationId="{EA17E982-7F94-7FB1-4C36-46D8B637C565}"/>
          </ac:spMkLst>
        </pc:spChg>
      </pc:sldChg>
      <pc:sldChg chg="modSp add mod">
        <pc:chgData name="ambleic@clemson.edu" userId="43615028507_tp_box_2" providerId="OAuth2" clId="{8CD3F0DC-5380-413B-BA1A-8DCBF15377B9}" dt="2026-07-16T19:22:35.518" v="2423" actId="1035"/>
        <pc:sldMkLst>
          <pc:docMk/>
          <pc:sldMk cId="2907052823" sldId="493"/>
        </pc:sldMkLst>
        <pc:spChg chg="mod">
          <ac:chgData name="ambleic@clemson.edu" userId="43615028507_tp_box_2" providerId="OAuth2" clId="{8CD3F0DC-5380-413B-BA1A-8DCBF15377B9}" dt="2026-07-16T19:22:30.496" v="2415" actId="1035"/>
          <ac:spMkLst>
            <pc:docMk/>
            <pc:sldMk cId="2907052823" sldId="493"/>
            <ac:spMk id="2" creationId="{F5EA4003-08F3-F9BE-DC38-B8F061787D0E}"/>
          </ac:spMkLst>
        </pc:spChg>
        <pc:spChg chg="mod">
          <ac:chgData name="ambleic@clemson.edu" userId="43615028507_tp_box_2" providerId="OAuth2" clId="{8CD3F0DC-5380-413B-BA1A-8DCBF15377B9}" dt="2026-07-16T19:22:35.518" v="2423" actId="1035"/>
          <ac:spMkLst>
            <pc:docMk/>
            <pc:sldMk cId="2907052823" sldId="493"/>
            <ac:spMk id="3" creationId="{69FD2F98-1D4E-FA38-123C-FFBEF93D046D}"/>
          </ac:spMkLst>
        </pc:spChg>
        <pc:spChg chg="mod">
          <ac:chgData name="ambleic@clemson.edu" userId="43615028507_tp_box_2" providerId="OAuth2" clId="{8CD3F0DC-5380-413B-BA1A-8DCBF15377B9}" dt="2026-07-16T19:22:25.284" v="2409" actId="1035"/>
          <ac:spMkLst>
            <pc:docMk/>
            <pc:sldMk cId="2907052823" sldId="493"/>
            <ac:spMk id="11" creationId="{E9E8480C-48CE-214D-52E2-CB96BA536956}"/>
          </ac:spMkLst>
        </pc:spChg>
        <pc:graphicFrameChg chg="mod modGraphic">
          <ac:chgData name="ambleic@clemson.edu" userId="43615028507_tp_box_2" providerId="OAuth2" clId="{8CD3F0DC-5380-413B-BA1A-8DCBF15377B9}" dt="2026-07-16T19:22:35.518" v="2423" actId="1035"/>
          <ac:graphicFrameMkLst>
            <pc:docMk/>
            <pc:sldMk cId="2907052823" sldId="493"/>
            <ac:graphicFrameMk id="14" creationId="{8043B5F2-E7F2-EFEA-0DCD-13E1C85E4914}"/>
          </ac:graphicFrameMkLst>
        </pc:graphicFrameChg>
      </pc:sldChg>
      <pc:sldChg chg="add">
        <pc:chgData name="ambleic@clemson.edu" userId="43615028507_tp_box_2" providerId="OAuth2" clId="{8CD3F0DC-5380-413B-BA1A-8DCBF15377B9}" dt="2026-07-16T19:19:26.358" v="2362"/>
        <pc:sldMkLst>
          <pc:docMk/>
          <pc:sldMk cId="3361672220" sldId="494"/>
        </pc:sldMkLst>
      </pc:sldChg>
      <pc:sldChg chg="new">
        <pc:chgData name="ambleic@clemson.edu" userId="43615028507_tp_box_2" providerId="OAuth2" clId="{8CD3F0DC-5380-413B-BA1A-8DCBF15377B9}" dt="2026-07-16T19:19:31.781" v="2363" actId="680"/>
        <pc:sldMkLst>
          <pc:docMk/>
          <pc:sldMk cId="2277418152" sldId="495"/>
        </pc:sldMkLst>
      </pc:sldChg>
    </pc:docChg>
  </pc:docChgLst>
  <pc:docChgLst>
    <pc:chgData name="ambleic@clemson.edu" userId="43615028507_tp_box_2" providerId="OAuth2" clId="{5F4B9ABB-DEB5-4DC3-A8F9-1752A2D02C85}"/>
    <pc:docChg chg="undo custSel addSld delSld modSld sldOrd">
      <pc:chgData name="ambleic@clemson.edu" userId="43615028507_tp_box_2" providerId="OAuth2" clId="{5F4B9ABB-DEB5-4DC3-A8F9-1752A2D02C85}" dt="2026-07-15T23:33:59.498" v="2242" actId="680"/>
      <pc:docMkLst>
        <pc:docMk/>
      </pc:docMkLst>
      <pc:sldChg chg="modSp add mod">
        <pc:chgData name="ambleic@clemson.edu" userId="43615028507_tp_box_2" providerId="OAuth2" clId="{5F4B9ABB-DEB5-4DC3-A8F9-1752A2D02C85}" dt="2026-07-15T23:31:33.785" v="2195" actId="1076"/>
        <pc:sldMkLst>
          <pc:docMk/>
          <pc:sldMk cId="3845656810" sldId="420"/>
        </pc:sldMkLst>
        <pc:spChg chg="mod">
          <ac:chgData name="ambleic@clemson.edu" userId="43615028507_tp_box_2" providerId="OAuth2" clId="{5F4B9ABB-DEB5-4DC3-A8F9-1752A2D02C85}" dt="2026-07-15T23:31:30.090" v="2194" actId="20577"/>
          <ac:spMkLst>
            <pc:docMk/>
            <pc:sldMk cId="3845656810" sldId="420"/>
            <ac:spMk id="2" creationId="{DF5B00C1-BD6A-D367-BE03-DC02A6210404}"/>
          </ac:spMkLst>
        </pc:spChg>
        <pc:picChg chg="mod">
          <ac:chgData name="ambleic@clemson.edu" userId="43615028507_tp_box_2" providerId="OAuth2" clId="{5F4B9ABB-DEB5-4DC3-A8F9-1752A2D02C85}" dt="2026-07-15T23:31:33.785" v="2195" actId="1076"/>
          <ac:picMkLst>
            <pc:docMk/>
            <pc:sldMk cId="3845656810" sldId="420"/>
            <ac:picMk id="3" creationId="{7CC0AF3F-5972-9E6A-4E9A-DB5BBB0F2714}"/>
          </ac:picMkLst>
        </pc:picChg>
      </pc:sldChg>
      <pc:sldChg chg="del">
        <pc:chgData name="ambleic@clemson.edu" userId="43615028507_tp_box_2" providerId="OAuth2" clId="{5F4B9ABB-DEB5-4DC3-A8F9-1752A2D02C85}" dt="2026-07-15T13:53:29.808" v="1047" actId="47"/>
        <pc:sldMkLst>
          <pc:docMk/>
          <pc:sldMk cId="0" sldId="434"/>
        </pc:sldMkLst>
      </pc:sldChg>
      <pc:sldChg chg="addSp delSp modSp del mod ord">
        <pc:chgData name="ambleic@clemson.edu" userId="43615028507_tp_box_2" providerId="OAuth2" clId="{5F4B9ABB-DEB5-4DC3-A8F9-1752A2D02C85}" dt="2026-07-15T14:30:24.606" v="1638"/>
        <pc:sldMkLst>
          <pc:docMk/>
          <pc:sldMk cId="0" sldId="435"/>
        </pc:sldMkLst>
        <pc:spChg chg="add mod">
          <ac:chgData name="ambleic@clemson.edu" userId="43615028507_tp_box_2" providerId="OAuth2" clId="{5F4B9ABB-DEB5-4DC3-A8F9-1752A2D02C85}" dt="2026-07-15T14:29:13.970" v="1636" actId="1076"/>
          <ac:spMkLst>
            <pc:docMk/>
            <pc:sldMk cId="0" sldId="435"/>
            <ac:spMk id="2" creationId="{01FD63CE-CCB5-A31A-8EB7-5E7DAA68B619}"/>
          </ac:spMkLst>
        </pc:spChg>
        <pc:spChg chg="mod">
          <ac:chgData name="ambleic@clemson.edu" userId="43615028507_tp_box_2" providerId="OAuth2" clId="{5F4B9ABB-DEB5-4DC3-A8F9-1752A2D02C85}" dt="2026-07-15T14:24:01.712" v="1122" actId="20577"/>
          <ac:spMkLst>
            <pc:docMk/>
            <pc:sldMk cId="0" sldId="435"/>
            <ac:spMk id="11" creationId="{00000000-0000-0000-0000-000000000000}"/>
          </ac:spMkLst>
        </pc:spChg>
        <pc:spChg chg="del">
          <ac:chgData name="ambleic@clemson.edu" userId="43615028507_tp_box_2" providerId="OAuth2" clId="{5F4B9ABB-DEB5-4DC3-A8F9-1752A2D02C85}" dt="2026-07-15T14:24:08.178" v="1124" actId="478"/>
          <ac:spMkLst>
            <pc:docMk/>
            <pc:sldMk cId="0" sldId="435"/>
            <ac:spMk id="13" creationId="{00000000-0000-0000-0000-000000000000}"/>
          </ac:spMkLst>
        </pc:spChg>
        <pc:spChg chg="mod">
          <ac:chgData name="ambleic@clemson.edu" userId="43615028507_tp_box_2" providerId="OAuth2" clId="{5F4B9ABB-DEB5-4DC3-A8F9-1752A2D02C85}" dt="2026-07-15T14:24:12.570" v="1125" actId="1076"/>
          <ac:spMkLst>
            <pc:docMk/>
            <pc:sldMk cId="0" sldId="435"/>
            <ac:spMk id="15" creationId="{00000000-0000-0000-0000-000000000000}"/>
          </ac:spMkLst>
        </pc:spChg>
        <pc:graphicFrameChg chg="mod modGraphic">
          <ac:chgData name="ambleic@clemson.edu" userId="43615028507_tp_box_2" providerId="OAuth2" clId="{5F4B9ABB-DEB5-4DC3-A8F9-1752A2D02C85}" dt="2026-07-15T14:25:17.635" v="1213" actId="20577"/>
          <ac:graphicFrameMkLst>
            <pc:docMk/>
            <pc:sldMk cId="0" sldId="435"/>
            <ac:graphicFrameMk id="14" creationId="{00000000-0000-0000-0000-000000000000}"/>
          </ac:graphicFrameMkLst>
        </pc:graphicFrameChg>
        <pc:picChg chg="del">
          <ac:chgData name="ambleic@clemson.edu" userId="43615028507_tp_box_2" providerId="OAuth2" clId="{5F4B9ABB-DEB5-4DC3-A8F9-1752A2D02C85}" dt="2026-07-15T14:24:05.315" v="1123" actId="478"/>
          <ac:picMkLst>
            <pc:docMk/>
            <pc:sldMk cId="0" sldId="435"/>
            <ac:picMk id="12" creationId="{00000000-0000-0000-0000-000000000000}"/>
          </ac:picMkLst>
        </pc:picChg>
      </pc:sldChg>
      <pc:sldChg chg="modSp">
        <pc:chgData name="ambleic@clemson.edu" userId="43615028507_tp_box_2" providerId="OAuth2" clId="{5F4B9ABB-DEB5-4DC3-A8F9-1752A2D02C85}" dt="2026-07-15T23:22:29.375" v="1981" actId="20577"/>
        <pc:sldMkLst>
          <pc:docMk/>
          <pc:sldMk cId="2396432389" sldId="438"/>
        </pc:sldMkLst>
        <pc:spChg chg="mod">
          <ac:chgData name="ambleic@clemson.edu" userId="43615028507_tp_box_2" providerId="OAuth2" clId="{5F4B9ABB-DEB5-4DC3-A8F9-1752A2D02C85}" dt="2026-07-15T23:22:29.375" v="1981" actId="20577"/>
          <ac:spMkLst>
            <pc:docMk/>
            <pc:sldMk cId="2396432389" sldId="438"/>
            <ac:spMk id="7" creationId="{2B7C0FED-1F6B-C8C5-1015-7449E3FFE37C}"/>
          </ac:spMkLst>
        </pc:spChg>
      </pc:sldChg>
      <pc:sldChg chg="modSp mod">
        <pc:chgData name="ambleic@clemson.edu" userId="43615028507_tp_box_2" providerId="OAuth2" clId="{5F4B9ABB-DEB5-4DC3-A8F9-1752A2D02C85}" dt="2026-07-15T23:29:32.912" v="2175" actId="207"/>
        <pc:sldMkLst>
          <pc:docMk/>
          <pc:sldMk cId="3098175768" sldId="443"/>
        </pc:sldMkLst>
        <pc:spChg chg="mod">
          <ac:chgData name="ambleic@clemson.edu" userId="43615028507_tp_box_2" providerId="OAuth2" clId="{5F4B9ABB-DEB5-4DC3-A8F9-1752A2D02C85}" dt="2026-07-15T00:51:06.035" v="429" actId="1035"/>
          <ac:spMkLst>
            <pc:docMk/>
            <pc:sldMk cId="3098175768" sldId="443"/>
            <ac:spMk id="4" creationId="{221BB6C7-F2CE-6825-2CE9-9D609DB3037D}"/>
          </ac:spMkLst>
        </pc:spChg>
        <pc:spChg chg="mod">
          <ac:chgData name="ambleic@clemson.edu" userId="43615028507_tp_box_2" providerId="OAuth2" clId="{5F4B9ABB-DEB5-4DC3-A8F9-1752A2D02C85}" dt="2026-07-15T00:51:06.035" v="429" actId="1035"/>
          <ac:spMkLst>
            <pc:docMk/>
            <pc:sldMk cId="3098175768" sldId="443"/>
            <ac:spMk id="5" creationId="{A1A03A5B-4C08-DB35-37AA-0DEE57CE0342}"/>
          </ac:spMkLst>
        </pc:spChg>
        <pc:spChg chg="mod">
          <ac:chgData name="ambleic@clemson.edu" userId="43615028507_tp_box_2" providerId="OAuth2" clId="{5F4B9ABB-DEB5-4DC3-A8F9-1752A2D02C85}" dt="2026-07-15T23:28:54.998" v="2164"/>
          <ac:spMkLst>
            <pc:docMk/>
            <pc:sldMk cId="3098175768" sldId="443"/>
            <ac:spMk id="7" creationId="{41CA115F-DC8D-20C1-3CFA-EF7E3C5B9023}"/>
          </ac:spMkLst>
        </pc:spChg>
        <pc:spChg chg="mod">
          <ac:chgData name="ambleic@clemson.edu" userId="43615028507_tp_box_2" providerId="OAuth2" clId="{5F4B9ABB-DEB5-4DC3-A8F9-1752A2D02C85}" dt="2026-07-15T23:29:32.912" v="2175" actId="207"/>
          <ac:spMkLst>
            <pc:docMk/>
            <pc:sldMk cId="3098175768" sldId="443"/>
            <ac:spMk id="9" creationId="{44378C90-AD7F-9FA9-2FDE-8AD77602A93F}"/>
          </ac:spMkLst>
        </pc:spChg>
        <pc:spChg chg="mod">
          <ac:chgData name="ambleic@clemson.edu" userId="43615028507_tp_box_2" providerId="OAuth2" clId="{5F4B9ABB-DEB5-4DC3-A8F9-1752A2D02C85}" dt="2026-07-15T00:50:55.400" v="397" actId="1035"/>
          <ac:spMkLst>
            <pc:docMk/>
            <pc:sldMk cId="3098175768" sldId="443"/>
            <ac:spMk id="12" creationId="{6B6B8628-46E5-627E-9F1F-36C56DF3B063}"/>
          </ac:spMkLst>
        </pc:spChg>
        <pc:spChg chg="mod">
          <ac:chgData name="ambleic@clemson.edu" userId="43615028507_tp_box_2" providerId="OAuth2" clId="{5F4B9ABB-DEB5-4DC3-A8F9-1752A2D02C85}" dt="2026-07-15T00:51:02.153" v="418" actId="1035"/>
          <ac:spMkLst>
            <pc:docMk/>
            <pc:sldMk cId="3098175768" sldId="443"/>
            <ac:spMk id="13" creationId="{7587BA88-BCA4-26B7-42C9-FB44722FEE2F}"/>
          </ac:spMkLst>
        </pc:spChg>
        <pc:spChg chg="mod">
          <ac:chgData name="ambleic@clemson.edu" userId="43615028507_tp_box_2" providerId="OAuth2" clId="{5F4B9ABB-DEB5-4DC3-A8F9-1752A2D02C85}" dt="2026-07-15T15:07:19.956" v="1966" actId="33524"/>
          <ac:spMkLst>
            <pc:docMk/>
            <pc:sldMk cId="3098175768" sldId="443"/>
            <ac:spMk id="23" creationId="{90919589-531B-3D35-906F-AACE2F40EA7A}"/>
          </ac:spMkLst>
        </pc:spChg>
        <pc:spChg chg="mod">
          <ac:chgData name="ambleic@clemson.edu" userId="43615028507_tp_box_2" providerId="OAuth2" clId="{5F4B9ABB-DEB5-4DC3-A8F9-1752A2D02C85}" dt="2026-07-15T00:51:06.035" v="429" actId="1035"/>
          <ac:spMkLst>
            <pc:docMk/>
            <pc:sldMk cId="3098175768" sldId="443"/>
            <ac:spMk id="26" creationId="{CD9E4F7B-B5CB-9290-2F60-0A26A53FB602}"/>
          </ac:spMkLst>
        </pc:spChg>
        <pc:spChg chg="mod">
          <ac:chgData name="ambleic@clemson.edu" userId="43615028507_tp_box_2" providerId="OAuth2" clId="{5F4B9ABB-DEB5-4DC3-A8F9-1752A2D02C85}" dt="2026-07-15T00:51:06.035" v="429" actId="1035"/>
          <ac:spMkLst>
            <pc:docMk/>
            <pc:sldMk cId="3098175768" sldId="443"/>
            <ac:spMk id="27" creationId="{D7C3ABD3-8FAC-E02D-59C4-4B21915A89EC}"/>
          </ac:spMkLst>
        </pc:spChg>
        <pc:spChg chg="mod">
          <ac:chgData name="ambleic@clemson.edu" userId="43615028507_tp_box_2" providerId="OAuth2" clId="{5F4B9ABB-DEB5-4DC3-A8F9-1752A2D02C85}" dt="2026-07-15T00:51:06.035" v="429" actId="1035"/>
          <ac:spMkLst>
            <pc:docMk/>
            <pc:sldMk cId="3098175768" sldId="443"/>
            <ac:spMk id="28" creationId="{47303166-C1C4-14B3-A489-241F560D9B46}"/>
          </ac:spMkLst>
        </pc:spChg>
        <pc:spChg chg="mod">
          <ac:chgData name="ambleic@clemson.edu" userId="43615028507_tp_box_2" providerId="OAuth2" clId="{5F4B9ABB-DEB5-4DC3-A8F9-1752A2D02C85}" dt="2026-07-15T00:51:06.035" v="429" actId="1035"/>
          <ac:spMkLst>
            <pc:docMk/>
            <pc:sldMk cId="3098175768" sldId="443"/>
            <ac:spMk id="29" creationId="{B5FE4AA4-81E3-E2D5-672E-4162A4FCFFC0}"/>
          </ac:spMkLst>
        </pc:spChg>
        <pc:picChg chg="mod">
          <ac:chgData name="ambleic@clemson.edu" userId="43615028507_tp_box_2" providerId="OAuth2" clId="{5F4B9ABB-DEB5-4DC3-A8F9-1752A2D02C85}" dt="2026-07-15T00:50:57.974" v="408" actId="1035"/>
          <ac:picMkLst>
            <pc:docMk/>
            <pc:sldMk cId="3098175768" sldId="443"/>
            <ac:picMk id="11" creationId="{FAF9077B-50FE-0A71-68F4-CA31BC26840F}"/>
          </ac:picMkLst>
        </pc:picChg>
      </pc:sldChg>
      <pc:sldChg chg="del">
        <pc:chgData name="ambleic@clemson.edu" userId="43615028507_tp_box_2" providerId="OAuth2" clId="{5F4B9ABB-DEB5-4DC3-A8F9-1752A2D02C85}" dt="2026-07-15T00:38:25.904" v="46" actId="47"/>
        <pc:sldMkLst>
          <pc:docMk/>
          <pc:sldMk cId="1783694560" sldId="450"/>
        </pc:sldMkLst>
      </pc:sldChg>
      <pc:sldChg chg="modSp mod">
        <pc:chgData name="ambleic@clemson.edu" userId="43615028507_tp_box_2" providerId="OAuth2" clId="{5F4B9ABB-DEB5-4DC3-A8F9-1752A2D02C85}" dt="2026-07-15T00:38:48.268" v="47" actId="1076"/>
        <pc:sldMkLst>
          <pc:docMk/>
          <pc:sldMk cId="2598776719" sldId="452"/>
        </pc:sldMkLst>
        <pc:spChg chg="mod">
          <ac:chgData name="ambleic@clemson.edu" userId="43615028507_tp_box_2" providerId="OAuth2" clId="{5F4B9ABB-DEB5-4DC3-A8F9-1752A2D02C85}" dt="2026-07-15T00:38:48.268" v="47" actId="1076"/>
          <ac:spMkLst>
            <pc:docMk/>
            <pc:sldMk cId="2598776719" sldId="452"/>
            <ac:spMk id="16" creationId="{37071F6C-F732-BBFF-F240-B4C564647D78}"/>
          </ac:spMkLst>
        </pc:spChg>
      </pc:sldChg>
      <pc:sldChg chg="del">
        <pc:chgData name="ambleic@clemson.edu" userId="43615028507_tp_box_2" providerId="OAuth2" clId="{5F4B9ABB-DEB5-4DC3-A8F9-1752A2D02C85}" dt="2026-07-15T00:38:24.785" v="45" actId="47"/>
        <pc:sldMkLst>
          <pc:docMk/>
          <pc:sldMk cId="705381406" sldId="453"/>
        </pc:sldMkLst>
      </pc:sldChg>
      <pc:sldChg chg="del">
        <pc:chgData name="ambleic@clemson.edu" userId="43615028507_tp_box_2" providerId="OAuth2" clId="{5F4B9ABB-DEB5-4DC3-A8F9-1752A2D02C85}" dt="2026-07-15T00:38:24.207" v="44" actId="47"/>
        <pc:sldMkLst>
          <pc:docMk/>
          <pc:sldMk cId="2369951826" sldId="454"/>
        </pc:sldMkLst>
      </pc:sldChg>
      <pc:sldChg chg="addSp delSp modSp mod">
        <pc:chgData name="ambleic@clemson.edu" userId="43615028507_tp_box_2" providerId="OAuth2" clId="{5F4B9ABB-DEB5-4DC3-A8F9-1752A2D02C85}" dt="2026-07-15T00:50:43.970" v="386" actId="12789"/>
        <pc:sldMkLst>
          <pc:docMk/>
          <pc:sldMk cId="2425221379" sldId="455"/>
        </pc:sldMkLst>
        <pc:spChg chg="del mod">
          <ac:chgData name="ambleic@clemson.edu" userId="43615028507_tp_box_2" providerId="OAuth2" clId="{5F4B9ABB-DEB5-4DC3-A8F9-1752A2D02C85}" dt="2026-07-15T00:50:15.064" v="370" actId="478"/>
          <ac:spMkLst>
            <pc:docMk/>
            <pc:sldMk cId="2425221379" sldId="455"/>
            <ac:spMk id="2" creationId="{C8057719-23A8-59B7-7A47-1129735ADC2C}"/>
          </ac:spMkLst>
        </pc:spChg>
        <pc:spChg chg="del">
          <ac:chgData name="ambleic@clemson.edu" userId="43615028507_tp_box_2" providerId="OAuth2" clId="{5F4B9ABB-DEB5-4DC3-A8F9-1752A2D02C85}" dt="2026-07-15T00:47:43.750" v="301" actId="478"/>
          <ac:spMkLst>
            <pc:docMk/>
            <pc:sldMk cId="2425221379" sldId="455"/>
            <ac:spMk id="3" creationId="{B5D50F44-86EB-6056-4F7A-491A53802F84}"/>
          </ac:spMkLst>
        </pc:spChg>
        <pc:spChg chg="add del mod">
          <ac:chgData name="ambleic@clemson.edu" userId="43615028507_tp_box_2" providerId="OAuth2" clId="{5F4B9ABB-DEB5-4DC3-A8F9-1752A2D02C85}" dt="2026-07-15T00:50:18.667" v="371" actId="478"/>
          <ac:spMkLst>
            <pc:docMk/>
            <pc:sldMk cId="2425221379" sldId="455"/>
            <ac:spMk id="7" creationId="{7A23085C-4F88-867E-3051-8CE8D64BDD8A}"/>
          </ac:spMkLst>
        </pc:spChg>
        <pc:graphicFrameChg chg="add mod modGraphic">
          <ac:chgData name="ambleic@clemson.edu" userId="43615028507_tp_box_2" providerId="OAuth2" clId="{5F4B9ABB-DEB5-4DC3-A8F9-1752A2D02C85}" dt="2026-07-15T00:50:43.970" v="386" actId="12789"/>
          <ac:graphicFrameMkLst>
            <pc:docMk/>
            <pc:sldMk cId="2425221379" sldId="455"/>
            <ac:graphicFrameMk id="5" creationId="{5BC71974-2F56-7C4F-6D2C-80A611B54C03}"/>
          </ac:graphicFrameMkLst>
        </pc:graphicFrameChg>
      </pc:sldChg>
      <pc:sldChg chg="modSp mod">
        <pc:chgData name="ambleic@clemson.edu" userId="43615028507_tp_box_2" providerId="OAuth2" clId="{5F4B9ABB-DEB5-4DC3-A8F9-1752A2D02C85}" dt="2026-07-15T00:44:45.753" v="136" actId="27636"/>
        <pc:sldMkLst>
          <pc:docMk/>
          <pc:sldMk cId="2464918355" sldId="459"/>
        </pc:sldMkLst>
        <pc:spChg chg="mod">
          <ac:chgData name="ambleic@clemson.edu" userId="43615028507_tp_box_2" providerId="OAuth2" clId="{5F4B9ABB-DEB5-4DC3-A8F9-1752A2D02C85}" dt="2026-07-15T00:44:45.753" v="136" actId="27636"/>
          <ac:spMkLst>
            <pc:docMk/>
            <pc:sldMk cId="2464918355" sldId="459"/>
            <ac:spMk id="3" creationId="{7EADC60B-9DE3-0691-E84C-C727541C33A7}"/>
          </ac:spMkLst>
        </pc:spChg>
      </pc:sldChg>
      <pc:sldChg chg="modSp mod">
        <pc:chgData name="ambleic@clemson.edu" userId="43615028507_tp_box_2" providerId="OAuth2" clId="{5F4B9ABB-DEB5-4DC3-A8F9-1752A2D02C85}" dt="2026-07-15T00:37:42.059" v="43" actId="2062"/>
        <pc:sldMkLst>
          <pc:docMk/>
          <pc:sldMk cId="539359193" sldId="461"/>
        </pc:sldMkLst>
        <pc:spChg chg="mod">
          <ac:chgData name="ambleic@clemson.edu" userId="43615028507_tp_box_2" providerId="OAuth2" clId="{5F4B9ABB-DEB5-4DC3-A8F9-1752A2D02C85}" dt="2026-07-15T00:37:32.009" v="38" actId="1076"/>
          <ac:spMkLst>
            <pc:docMk/>
            <pc:sldMk cId="539359193" sldId="461"/>
            <ac:spMk id="2" creationId="{94CC8945-DA29-B4B3-26CF-676DBC4294EC}"/>
          </ac:spMkLst>
        </pc:spChg>
        <pc:graphicFrameChg chg="mod modGraphic">
          <ac:chgData name="ambleic@clemson.edu" userId="43615028507_tp_box_2" providerId="OAuth2" clId="{5F4B9ABB-DEB5-4DC3-A8F9-1752A2D02C85}" dt="2026-07-15T00:37:42.059" v="43" actId="2062"/>
          <ac:graphicFrameMkLst>
            <pc:docMk/>
            <pc:sldMk cId="539359193" sldId="461"/>
            <ac:graphicFrameMk id="4" creationId="{A1416B70-F0EB-F08B-794F-959689395C36}"/>
          </ac:graphicFrameMkLst>
        </pc:graphicFrameChg>
      </pc:sldChg>
      <pc:sldChg chg="del">
        <pc:chgData name="ambleic@clemson.edu" userId="43615028507_tp_box_2" providerId="OAuth2" clId="{5F4B9ABB-DEB5-4DC3-A8F9-1752A2D02C85}" dt="2026-07-15T23:30:03.631" v="2178" actId="47"/>
        <pc:sldMkLst>
          <pc:docMk/>
          <pc:sldMk cId="795154845" sldId="462"/>
        </pc:sldMkLst>
      </pc:sldChg>
      <pc:sldChg chg="modSp add del mod">
        <pc:chgData name="ambleic@clemson.edu" userId="43615028507_tp_box_2" providerId="OAuth2" clId="{5F4B9ABB-DEB5-4DC3-A8F9-1752A2D02C85}" dt="2026-07-15T13:18:49.907" v="626"/>
        <pc:sldMkLst>
          <pc:docMk/>
          <pc:sldMk cId="944895608" sldId="464"/>
        </pc:sldMkLst>
        <pc:spChg chg="mod">
          <ac:chgData name="ambleic@clemson.edu" userId="43615028507_tp_box_2" providerId="OAuth2" clId="{5F4B9ABB-DEB5-4DC3-A8F9-1752A2D02C85}" dt="2026-07-15T00:54:24.892" v="542" actId="12789"/>
          <ac:spMkLst>
            <pc:docMk/>
            <pc:sldMk cId="944895608" sldId="464"/>
            <ac:spMk id="11" creationId="{00000000-0000-0000-0000-000000000000}"/>
          </ac:spMkLst>
        </pc:spChg>
        <pc:spChg chg="mod">
          <ac:chgData name="ambleic@clemson.edu" userId="43615028507_tp_box_2" providerId="OAuth2" clId="{5F4B9ABB-DEB5-4DC3-A8F9-1752A2D02C85}" dt="2026-07-15T13:14:02.892" v="624" actId="255"/>
          <ac:spMkLst>
            <pc:docMk/>
            <pc:sldMk cId="944895608" sldId="464"/>
            <ac:spMk id="12" creationId="{00000000-0000-0000-0000-000000000000}"/>
          </ac:spMkLst>
        </pc:spChg>
        <pc:spChg chg="mod">
          <ac:chgData name="ambleic@clemson.edu" userId="43615028507_tp_box_2" providerId="OAuth2" clId="{5F4B9ABB-DEB5-4DC3-A8F9-1752A2D02C85}" dt="2026-07-15T13:13:52.240" v="622" actId="1036"/>
          <ac:spMkLst>
            <pc:docMk/>
            <pc:sldMk cId="944895608" sldId="464"/>
            <ac:spMk id="13" creationId="{00000000-0000-0000-0000-000000000000}"/>
          </ac:spMkLst>
        </pc:spChg>
        <pc:spChg chg="mod">
          <ac:chgData name="ambleic@clemson.edu" userId="43615028507_tp_box_2" providerId="OAuth2" clId="{5F4B9ABB-DEB5-4DC3-A8F9-1752A2D02C85}" dt="2026-07-15T13:13:52.240" v="622" actId="1036"/>
          <ac:spMkLst>
            <pc:docMk/>
            <pc:sldMk cId="944895608" sldId="464"/>
            <ac:spMk id="14" creationId="{00000000-0000-0000-0000-000000000000}"/>
          </ac:spMkLst>
        </pc:spChg>
        <pc:spChg chg="mod">
          <ac:chgData name="ambleic@clemson.edu" userId="43615028507_tp_box_2" providerId="OAuth2" clId="{5F4B9ABB-DEB5-4DC3-A8F9-1752A2D02C85}" dt="2026-07-15T13:13:52.240" v="622" actId="1036"/>
          <ac:spMkLst>
            <pc:docMk/>
            <pc:sldMk cId="944895608" sldId="464"/>
            <ac:spMk id="15" creationId="{00000000-0000-0000-0000-000000000000}"/>
          </ac:spMkLst>
        </pc:spChg>
        <pc:spChg chg="mod">
          <ac:chgData name="ambleic@clemson.edu" userId="43615028507_tp_box_2" providerId="OAuth2" clId="{5F4B9ABB-DEB5-4DC3-A8F9-1752A2D02C85}" dt="2026-07-15T13:13:52.240" v="622" actId="1036"/>
          <ac:spMkLst>
            <pc:docMk/>
            <pc:sldMk cId="944895608" sldId="464"/>
            <ac:spMk id="16" creationId="{00000000-0000-0000-0000-000000000000}"/>
          </ac:spMkLst>
        </pc:spChg>
      </pc:sldChg>
      <pc:sldChg chg="new del">
        <pc:chgData name="ambleic@clemson.edu" userId="43615028507_tp_box_2" providerId="OAuth2" clId="{5F4B9ABB-DEB5-4DC3-A8F9-1752A2D02C85}" dt="2026-07-15T00:33:37.337" v="4"/>
        <pc:sldMkLst>
          <pc:docMk/>
          <pc:sldMk cId="1300502584" sldId="465"/>
        </pc:sldMkLst>
      </pc:sldChg>
      <pc:sldChg chg="add del">
        <pc:chgData name="ambleic@clemson.edu" userId="43615028507_tp_box_2" providerId="OAuth2" clId="{5F4B9ABB-DEB5-4DC3-A8F9-1752A2D02C85}" dt="2026-07-15T00:33:46.304" v="6"/>
        <pc:sldMkLst>
          <pc:docMk/>
          <pc:sldMk cId="3562981643" sldId="466"/>
        </pc:sldMkLst>
      </pc:sldChg>
      <pc:sldChg chg="add del">
        <pc:chgData name="ambleic@clemson.edu" userId="43615028507_tp_box_2" providerId="OAuth2" clId="{5F4B9ABB-DEB5-4DC3-A8F9-1752A2D02C85}" dt="2026-07-15T00:33:49.791" v="12"/>
        <pc:sldMkLst>
          <pc:docMk/>
          <pc:sldMk cId="200544972" sldId="467"/>
        </pc:sldMkLst>
      </pc:sldChg>
      <pc:sldChg chg="add del">
        <pc:chgData name="ambleic@clemson.edu" userId="43615028507_tp_box_2" providerId="OAuth2" clId="{5F4B9ABB-DEB5-4DC3-A8F9-1752A2D02C85}" dt="2026-07-15T00:33:49.003" v="10"/>
        <pc:sldMkLst>
          <pc:docMk/>
          <pc:sldMk cId="1160553861" sldId="468"/>
        </pc:sldMkLst>
      </pc:sldChg>
      <pc:sldChg chg="add del">
        <pc:chgData name="ambleic@clemson.edu" userId="43615028507_tp_box_2" providerId="OAuth2" clId="{5F4B9ABB-DEB5-4DC3-A8F9-1752A2D02C85}" dt="2026-07-15T00:34:24.738" v="16"/>
        <pc:sldMkLst>
          <pc:docMk/>
          <pc:sldMk cId="1259591804" sldId="468"/>
        </pc:sldMkLst>
      </pc:sldChg>
      <pc:sldChg chg="add del">
        <pc:chgData name="ambleic@clemson.edu" userId="43615028507_tp_box_2" providerId="OAuth2" clId="{5F4B9ABB-DEB5-4DC3-A8F9-1752A2D02C85}" dt="2026-07-15T00:34:30.107" v="18"/>
        <pc:sldMkLst>
          <pc:docMk/>
          <pc:sldMk cId="218281203" sldId="469"/>
        </pc:sldMkLst>
      </pc:sldChg>
      <pc:sldChg chg="modSp add del mod">
        <pc:chgData name="ambleic@clemson.edu" userId="43615028507_tp_box_2" providerId="OAuth2" clId="{5F4B9ABB-DEB5-4DC3-A8F9-1752A2D02C85}" dt="2026-07-15T13:38:04.309" v="1036"/>
        <pc:sldMkLst>
          <pc:docMk/>
          <pc:sldMk cId="901506701" sldId="470"/>
        </pc:sldMkLst>
        <pc:spChg chg="mod">
          <ac:chgData name="ambleic@clemson.edu" userId="43615028507_tp_box_2" providerId="OAuth2" clId="{5F4B9ABB-DEB5-4DC3-A8F9-1752A2D02C85}" dt="2026-07-15T13:32:22.839" v="694" actId="1076"/>
          <ac:spMkLst>
            <pc:docMk/>
            <pc:sldMk cId="901506701" sldId="470"/>
            <ac:spMk id="2" creationId="{62EACE91-2655-43E4-9E9A-DDFDC45B7BED}"/>
          </ac:spMkLst>
        </pc:spChg>
        <pc:spChg chg="mod">
          <ac:chgData name="ambleic@clemson.edu" userId="43615028507_tp_box_2" providerId="OAuth2" clId="{5F4B9ABB-DEB5-4DC3-A8F9-1752A2D02C85}" dt="2026-07-15T13:34:08.322" v="983" actId="1076"/>
          <ac:spMkLst>
            <pc:docMk/>
            <pc:sldMk cId="901506701" sldId="470"/>
            <ac:spMk id="20" creationId="{00000000-0000-0000-0000-000000000000}"/>
          </ac:spMkLst>
        </pc:spChg>
        <pc:spChg chg="mod ord">
          <ac:chgData name="ambleic@clemson.edu" userId="43615028507_tp_box_2" providerId="OAuth2" clId="{5F4B9ABB-DEB5-4DC3-A8F9-1752A2D02C85}" dt="2026-07-15T13:35:28.108" v="1018" actId="1076"/>
          <ac:spMkLst>
            <pc:docMk/>
            <pc:sldMk cId="901506701" sldId="470"/>
            <ac:spMk id="21" creationId="{00000000-0000-0000-0000-000000000000}"/>
          </ac:spMkLst>
        </pc:spChg>
        <pc:spChg chg="mod">
          <ac:chgData name="ambleic@clemson.edu" userId="43615028507_tp_box_2" providerId="OAuth2" clId="{5F4B9ABB-DEB5-4DC3-A8F9-1752A2D02C85}" dt="2026-07-15T13:34:38.557" v="992" actId="14100"/>
          <ac:spMkLst>
            <pc:docMk/>
            <pc:sldMk cId="901506701" sldId="470"/>
            <ac:spMk id="22" creationId="{00000000-0000-0000-0000-000000000000}"/>
          </ac:spMkLst>
        </pc:spChg>
        <pc:spChg chg="mod">
          <ac:chgData name="ambleic@clemson.edu" userId="43615028507_tp_box_2" providerId="OAuth2" clId="{5F4B9ABB-DEB5-4DC3-A8F9-1752A2D02C85}" dt="2026-07-15T13:34:42.793" v="993" actId="14100"/>
          <ac:spMkLst>
            <pc:docMk/>
            <pc:sldMk cId="901506701" sldId="470"/>
            <ac:spMk id="23" creationId="{00000000-0000-0000-0000-000000000000}"/>
          </ac:spMkLst>
        </pc:spChg>
        <pc:spChg chg="mod">
          <ac:chgData name="ambleic@clemson.edu" userId="43615028507_tp_box_2" providerId="OAuth2" clId="{5F4B9ABB-DEB5-4DC3-A8F9-1752A2D02C85}" dt="2026-07-15T13:34:45.474" v="994" actId="14100"/>
          <ac:spMkLst>
            <pc:docMk/>
            <pc:sldMk cId="901506701" sldId="470"/>
            <ac:spMk id="24" creationId="{00000000-0000-0000-0000-000000000000}"/>
          </ac:spMkLst>
        </pc:spChg>
        <pc:spChg chg="mod">
          <ac:chgData name="ambleic@clemson.edu" userId="43615028507_tp_box_2" providerId="OAuth2" clId="{5F4B9ABB-DEB5-4DC3-A8F9-1752A2D02C85}" dt="2026-07-15T13:34:12.599" v="984" actId="255"/>
          <ac:spMkLst>
            <pc:docMk/>
            <pc:sldMk cId="901506701" sldId="470"/>
            <ac:spMk id="25" creationId="{00000000-0000-0000-0000-000000000000}"/>
          </ac:spMkLst>
        </pc:spChg>
        <pc:spChg chg="mod">
          <ac:chgData name="ambleic@clemson.edu" userId="43615028507_tp_box_2" providerId="OAuth2" clId="{5F4B9ABB-DEB5-4DC3-A8F9-1752A2D02C85}" dt="2026-07-15T13:34:12.599" v="984" actId="255"/>
          <ac:spMkLst>
            <pc:docMk/>
            <pc:sldMk cId="901506701" sldId="470"/>
            <ac:spMk id="26" creationId="{00000000-0000-0000-0000-000000000000}"/>
          </ac:spMkLst>
        </pc:spChg>
        <pc:spChg chg="mod">
          <ac:chgData name="ambleic@clemson.edu" userId="43615028507_tp_box_2" providerId="OAuth2" clId="{5F4B9ABB-DEB5-4DC3-A8F9-1752A2D02C85}" dt="2026-07-15T13:34:12.599" v="984" actId="255"/>
          <ac:spMkLst>
            <pc:docMk/>
            <pc:sldMk cId="901506701" sldId="470"/>
            <ac:spMk id="27" creationId="{00000000-0000-0000-0000-000000000000}"/>
          </ac:spMkLst>
        </pc:spChg>
        <pc:spChg chg="mod">
          <ac:chgData name="ambleic@clemson.edu" userId="43615028507_tp_box_2" providerId="OAuth2" clId="{5F4B9ABB-DEB5-4DC3-A8F9-1752A2D02C85}" dt="2026-07-15T13:34:16.305" v="985" actId="1076"/>
          <ac:spMkLst>
            <pc:docMk/>
            <pc:sldMk cId="901506701" sldId="470"/>
            <ac:spMk id="28" creationId="{00000000-0000-0000-0000-000000000000}"/>
          </ac:spMkLst>
        </pc:spChg>
        <pc:picChg chg="mod">
          <ac:chgData name="ambleic@clemson.edu" userId="43615028507_tp_box_2" providerId="OAuth2" clId="{5F4B9ABB-DEB5-4DC3-A8F9-1752A2D02C85}" dt="2026-07-15T13:37:08.446" v="1022"/>
          <ac:picMkLst>
            <pc:docMk/>
            <pc:sldMk cId="901506701" sldId="470"/>
            <ac:picMk id="29" creationId="{00000000-0000-0000-0000-000000000000}"/>
          </ac:picMkLst>
        </pc:picChg>
        <pc:picChg chg="mod">
          <ac:chgData name="ambleic@clemson.edu" userId="43615028507_tp_box_2" providerId="OAuth2" clId="{5F4B9ABB-DEB5-4DC3-A8F9-1752A2D02C85}" dt="2026-07-15T13:37:08.446" v="1030"/>
          <ac:picMkLst>
            <pc:docMk/>
            <pc:sldMk cId="901506701" sldId="470"/>
            <ac:picMk id="30" creationId="{00000000-0000-0000-0000-000000000000}"/>
          </ac:picMkLst>
        </pc:picChg>
        <pc:picChg chg="mod">
          <ac:chgData name="ambleic@clemson.edu" userId="43615028507_tp_box_2" providerId="OAuth2" clId="{5F4B9ABB-DEB5-4DC3-A8F9-1752A2D02C85}" dt="2026-07-15T13:37:08.446" v="1026"/>
          <ac:picMkLst>
            <pc:docMk/>
            <pc:sldMk cId="901506701" sldId="470"/>
            <ac:picMk id="31" creationId="{00000000-0000-0000-0000-000000000000}"/>
          </ac:picMkLst>
        </pc:picChg>
        <pc:picChg chg="mod">
          <ac:chgData name="ambleic@clemson.edu" userId="43615028507_tp_box_2" providerId="OAuth2" clId="{5F4B9ABB-DEB5-4DC3-A8F9-1752A2D02C85}" dt="2026-07-15T13:37:08.462" v="1034"/>
          <ac:picMkLst>
            <pc:docMk/>
            <pc:sldMk cId="901506701" sldId="470"/>
            <ac:picMk id="32" creationId="{00000000-0000-0000-0000-000000000000}"/>
          </ac:picMkLst>
        </pc:picChg>
      </pc:sldChg>
      <pc:sldChg chg="addSp delSp modSp new mod">
        <pc:chgData name="ambleic@clemson.edu" userId="43615028507_tp_box_2" providerId="OAuth2" clId="{5F4B9ABB-DEB5-4DC3-A8F9-1752A2D02C85}" dt="2026-07-15T00:50:10.273" v="369" actId="12789"/>
        <pc:sldMkLst>
          <pc:docMk/>
          <pc:sldMk cId="2591979574" sldId="471"/>
        </pc:sldMkLst>
        <pc:spChg chg="del">
          <ac:chgData name="ambleic@clemson.edu" userId="43615028507_tp_box_2" providerId="OAuth2" clId="{5F4B9ABB-DEB5-4DC3-A8F9-1752A2D02C85}" dt="2026-07-15T00:49:18.369" v="315"/>
          <ac:spMkLst>
            <pc:docMk/>
            <pc:sldMk cId="2591979574" sldId="471"/>
            <ac:spMk id="2" creationId="{D3FEC105-31F8-7A4E-F4C5-87B073B78593}"/>
          </ac:spMkLst>
        </pc:spChg>
        <pc:spChg chg="del">
          <ac:chgData name="ambleic@clemson.edu" userId="43615028507_tp_box_2" providerId="OAuth2" clId="{5F4B9ABB-DEB5-4DC3-A8F9-1752A2D02C85}" dt="2026-07-15T00:49:20.638" v="316" actId="478"/>
          <ac:spMkLst>
            <pc:docMk/>
            <pc:sldMk cId="2591979574" sldId="471"/>
            <ac:spMk id="3" creationId="{E5D4B711-DCD3-4DCC-97D0-771440F5283A}"/>
          </ac:spMkLst>
        </pc:spChg>
        <pc:spChg chg="add mod">
          <ac:chgData name="ambleic@clemson.edu" userId="43615028507_tp_box_2" providerId="OAuth2" clId="{5F4B9ABB-DEB5-4DC3-A8F9-1752A2D02C85}" dt="2026-07-15T00:50:10.273" v="369" actId="12789"/>
          <ac:spMkLst>
            <pc:docMk/>
            <pc:sldMk cId="2591979574" sldId="471"/>
            <ac:spMk id="4" creationId="{61B2B0AE-C7E2-AE06-4141-A92E6C1F5D0B}"/>
          </ac:spMkLst>
        </pc:spChg>
      </pc:sldChg>
      <pc:sldChg chg="modSp new mod ord">
        <pc:chgData name="ambleic@clemson.edu" userId="43615028507_tp_box_2" providerId="OAuth2" clId="{5F4B9ABB-DEB5-4DC3-A8F9-1752A2D02C85}" dt="2026-07-15T13:55:07.839" v="1057" actId="20577"/>
        <pc:sldMkLst>
          <pc:docMk/>
          <pc:sldMk cId="874960868" sldId="472"/>
        </pc:sldMkLst>
        <pc:spChg chg="mod">
          <ac:chgData name="ambleic@clemson.edu" userId="43615028507_tp_box_2" providerId="OAuth2" clId="{5F4B9ABB-DEB5-4DC3-A8F9-1752A2D02C85}" dt="2026-07-15T13:55:07.839" v="1057" actId="20577"/>
          <ac:spMkLst>
            <pc:docMk/>
            <pc:sldMk cId="874960868" sldId="472"/>
            <ac:spMk id="2" creationId="{48C0C0C7-70C6-A9D8-70B4-AA2C3F83FC22}"/>
          </ac:spMkLst>
        </pc:spChg>
        <pc:spChg chg="mod">
          <ac:chgData name="ambleic@clemson.edu" userId="43615028507_tp_box_2" providerId="OAuth2" clId="{5F4B9ABB-DEB5-4DC3-A8F9-1752A2D02C85}" dt="2026-07-15T00:52:15.734" v="506" actId="255"/>
          <ac:spMkLst>
            <pc:docMk/>
            <pc:sldMk cId="874960868" sldId="472"/>
            <ac:spMk id="3" creationId="{66702D28-45C5-8F7A-0659-2F17F2972F02}"/>
          </ac:spMkLst>
        </pc:spChg>
      </pc:sldChg>
      <pc:sldChg chg="modSp add mod ord">
        <pc:chgData name="ambleic@clemson.edu" userId="43615028507_tp_box_2" providerId="OAuth2" clId="{5F4B9ABB-DEB5-4DC3-A8F9-1752A2D02C85}" dt="2026-07-15T13:55:02.894" v="1054" actId="20577"/>
        <pc:sldMkLst>
          <pc:docMk/>
          <pc:sldMk cId="1250744553" sldId="473"/>
        </pc:sldMkLst>
        <pc:spChg chg="mod">
          <ac:chgData name="ambleic@clemson.edu" userId="43615028507_tp_box_2" providerId="OAuth2" clId="{5F4B9ABB-DEB5-4DC3-A8F9-1752A2D02C85}" dt="2026-07-15T13:55:02.894" v="1054" actId="20577"/>
          <ac:spMkLst>
            <pc:docMk/>
            <pc:sldMk cId="1250744553" sldId="473"/>
            <ac:spMk id="2" creationId="{35673466-C15C-B6DE-9521-975B91543089}"/>
          </ac:spMkLst>
        </pc:spChg>
        <pc:spChg chg="mod">
          <ac:chgData name="ambleic@clemson.edu" userId="43615028507_tp_box_2" providerId="OAuth2" clId="{5F4B9ABB-DEB5-4DC3-A8F9-1752A2D02C85}" dt="2026-07-15T00:52:55.303" v="534" actId="20577"/>
          <ac:spMkLst>
            <pc:docMk/>
            <pc:sldMk cId="1250744553" sldId="473"/>
            <ac:spMk id="3" creationId="{57F5499C-EBDF-1B8C-6280-40044302A6A6}"/>
          </ac:spMkLst>
        </pc:spChg>
      </pc:sldChg>
      <pc:sldChg chg="new del">
        <pc:chgData name="ambleic@clemson.edu" userId="43615028507_tp_box_2" providerId="OAuth2" clId="{5F4B9ABB-DEB5-4DC3-A8F9-1752A2D02C85}" dt="2026-07-15T13:53:40.114" v="1049" actId="47"/>
        <pc:sldMkLst>
          <pc:docMk/>
          <pc:sldMk cId="4060217574" sldId="474"/>
        </pc:sldMkLst>
      </pc:sldChg>
      <pc:sldChg chg="modSp add del mod">
        <pc:chgData name="ambleic@clemson.edu" userId="43615028507_tp_box_2" providerId="OAuth2" clId="{5F4B9ABB-DEB5-4DC3-A8F9-1752A2D02C85}" dt="2026-07-15T13:24:34.360" v="640"/>
        <pc:sldMkLst>
          <pc:docMk/>
          <pc:sldMk cId="502673173" sldId="475"/>
        </pc:sldMkLst>
        <pc:spChg chg="mod">
          <ac:chgData name="ambleic@clemson.edu" userId="43615028507_tp_box_2" providerId="OAuth2" clId="{5F4B9ABB-DEB5-4DC3-A8F9-1752A2D02C85}" dt="2026-07-15T13:23:02.607" v="638" actId="113"/>
          <ac:spMkLst>
            <pc:docMk/>
            <pc:sldMk cId="502673173" sldId="475"/>
            <ac:spMk id="13" creationId="{00000000-0000-0000-0000-000000000000}"/>
          </ac:spMkLst>
        </pc:spChg>
      </pc:sldChg>
      <pc:sldChg chg="modSp add del mod">
        <pc:chgData name="ambleic@clemson.edu" userId="43615028507_tp_box_2" providerId="OAuth2" clId="{5F4B9ABB-DEB5-4DC3-A8F9-1752A2D02C85}" dt="2026-07-15T13:26:44.199" v="649"/>
        <pc:sldMkLst>
          <pc:docMk/>
          <pc:sldMk cId="268458856" sldId="476"/>
        </pc:sldMkLst>
        <pc:spChg chg="mod">
          <ac:chgData name="ambleic@clemson.edu" userId="43615028507_tp_box_2" providerId="OAuth2" clId="{5F4B9ABB-DEB5-4DC3-A8F9-1752A2D02C85}" dt="2026-07-15T13:26:44.018" v="647" actId="27636"/>
          <ac:spMkLst>
            <pc:docMk/>
            <pc:sldMk cId="268458856" sldId="476"/>
            <ac:spMk id="14" creationId="{00000000-0000-0000-0000-000000000000}"/>
          </ac:spMkLst>
        </pc:spChg>
      </pc:sldChg>
      <pc:sldChg chg="modSp add del mod">
        <pc:chgData name="ambleic@clemson.edu" userId="43615028507_tp_box_2" providerId="OAuth2" clId="{5F4B9ABB-DEB5-4DC3-A8F9-1752A2D02C85}" dt="2026-07-15T13:28:01.501" v="661"/>
        <pc:sldMkLst>
          <pc:docMk/>
          <pc:sldMk cId="3157008725" sldId="477"/>
        </pc:sldMkLst>
        <pc:spChg chg="mod">
          <ac:chgData name="ambleic@clemson.edu" userId="43615028507_tp_box_2" providerId="OAuth2" clId="{5F4B9ABB-DEB5-4DC3-A8F9-1752A2D02C85}" dt="2026-07-15T13:27:09.583" v="659" actId="20577"/>
          <ac:spMkLst>
            <pc:docMk/>
            <pc:sldMk cId="3157008725" sldId="477"/>
            <ac:spMk id="14" creationId="{00000000-0000-0000-0000-000000000000}"/>
          </ac:spMkLst>
        </pc:spChg>
      </pc:sldChg>
      <pc:sldChg chg="delSp modSp add mod ord modAnim modNotesTx">
        <pc:chgData name="ambleic@clemson.edu" userId="43615028507_tp_box_2" providerId="OAuth2" clId="{5F4B9ABB-DEB5-4DC3-A8F9-1752A2D02C85}" dt="2026-07-15T13:54:59.054" v="1051"/>
        <pc:sldMkLst>
          <pc:docMk/>
          <pc:sldMk cId="2198348139" sldId="478"/>
        </pc:sldMkLst>
        <pc:spChg chg="mod">
          <ac:chgData name="ambleic@clemson.edu" userId="43615028507_tp_box_2" providerId="OAuth2" clId="{5F4B9ABB-DEB5-4DC3-A8F9-1752A2D02C85}" dt="2026-07-15T13:30:20.239" v="693" actId="1035"/>
          <ac:spMkLst>
            <pc:docMk/>
            <pc:sldMk cId="2198348139" sldId="478"/>
            <ac:spMk id="12" creationId="{00000000-0000-0000-0000-000000000000}"/>
          </ac:spMkLst>
        </pc:spChg>
        <pc:spChg chg="mod">
          <ac:chgData name="ambleic@clemson.edu" userId="43615028507_tp_box_2" providerId="OAuth2" clId="{5F4B9ABB-DEB5-4DC3-A8F9-1752A2D02C85}" dt="2026-07-15T13:30:12.945" v="687" actId="1036"/>
          <ac:spMkLst>
            <pc:docMk/>
            <pc:sldMk cId="2198348139" sldId="478"/>
            <ac:spMk id="13" creationId="{00000000-0000-0000-0000-000000000000}"/>
          </ac:spMkLst>
        </pc:spChg>
        <pc:spChg chg="mod">
          <ac:chgData name="ambleic@clemson.edu" userId="43615028507_tp_box_2" providerId="OAuth2" clId="{5F4B9ABB-DEB5-4DC3-A8F9-1752A2D02C85}" dt="2026-07-15T13:30:12.945" v="687" actId="1036"/>
          <ac:spMkLst>
            <pc:docMk/>
            <pc:sldMk cId="2198348139" sldId="478"/>
            <ac:spMk id="14" creationId="{00000000-0000-0000-0000-000000000000}"/>
          </ac:spMkLst>
        </pc:spChg>
        <pc:spChg chg="mod">
          <ac:chgData name="ambleic@clemson.edu" userId="43615028507_tp_box_2" providerId="OAuth2" clId="{5F4B9ABB-DEB5-4DC3-A8F9-1752A2D02C85}" dt="2026-07-15T13:30:12.945" v="687" actId="1036"/>
          <ac:spMkLst>
            <pc:docMk/>
            <pc:sldMk cId="2198348139" sldId="478"/>
            <ac:spMk id="15" creationId="{00000000-0000-0000-0000-000000000000}"/>
          </ac:spMkLst>
        </pc:spChg>
        <pc:spChg chg="del mod">
          <ac:chgData name="ambleic@clemson.edu" userId="43615028507_tp_box_2" providerId="OAuth2" clId="{5F4B9ABB-DEB5-4DC3-A8F9-1752A2D02C85}" dt="2026-07-15T13:28:17.837" v="663" actId="478"/>
          <ac:spMkLst>
            <pc:docMk/>
            <pc:sldMk cId="2198348139" sldId="478"/>
            <ac:spMk id="16" creationId="{00000000-0000-0000-0000-000000000000}"/>
          </ac:spMkLst>
        </pc:spChg>
      </pc:sldChg>
      <pc:sldChg chg="add del">
        <pc:chgData name="ambleic@clemson.edu" userId="43615028507_tp_box_2" providerId="OAuth2" clId="{5F4B9ABB-DEB5-4DC3-A8F9-1752A2D02C85}" dt="2026-07-15T13:39:07.200" v="1038"/>
        <pc:sldMkLst>
          <pc:docMk/>
          <pc:sldMk cId="1672998175" sldId="479"/>
        </pc:sldMkLst>
      </pc:sldChg>
      <pc:sldChg chg="modSp add mod ord">
        <pc:chgData name="ambleic@clemson.edu" userId="43615028507_tp_box_2" providerId="OAuth2" clId="{5F4B9ABB-DEB5-4DC3-A8F9-1752A2D02C85}" dt="2026-07-15T13:54:59.054" v="1051"/>
        <pc:sldMkLst>
          <pc:docMk/>
          <pc:sldMk cId="1793526370" sldId="480"/>
        </pc:sldMkLst>
        <pc:spChg chg="mod">
          <ac:chgData name="ambleic@clemson.edu" userId="43615028507_tp_box_2" providerId="OAuth2" clId="{5F4B9ABB-DEB5-4DC3-A8F9-1752A2D02C85}" dt="2026-07-15T13:52:22.254" v="1043" actId="2085"/>
          <ac:spMkLst>
            <pc:docMk/>
            <pc:sldMk cId="1793526370" sldId="480"/>
            <ac:spMk id="21" creationId="{00000000-0000-0000-0000-000000000000}"/>
          </ac:spMkLst>
        </pc:spChg>
        <pc:spChg chg="mod">
          <ac:chgData name="ambleic@clemson.edu" userId="43615028507_tp_box_2" providerId="OAuth2" clId="{5F4B9ABB-DEB5-4DC3-A8F9-1752A2D02C85}" dt="2026-07-15T13:52:23.943" v="1044" actId="2085"/>
          <ac:spMkLst>
            <pc:docMk/>
            <pc:sldMk cId="1793526370" sldId="480"/>
            <ac:spMk id="22" creationId="{00000000-0000-0000-0000-000000000000}"/>
          </ac:spMkLst>
        </pc:spChg>
        <pc:spChg chg="mod">
          <ac:chgData name="ambleic@clemson.edu" userId="43615028507_tp_box_2" providerId="OAuth2" clId="{5F4B9ABB-DEB5-4DC3-A8F9-1752A2D02C85}" dt="2026-07-15T13:52:25.502" v="1045" actId="2085"/>
          <ac:spMkLst>
            <pc:docMk/>
            <pc:sldMk cId="1793526370" sldId="480"/>
            <ac:spMk id="23" creationId="{00000000-0000-0000-0000-000000000000}"/>
          </ac:spMkLst>
        </pc:spChg>
        <pc:spChg chg="mod">
          <ac:chgData name="ambleic@clemson.edu" userId="43615028507_tp_box_2" providerId="OAuth2" clId="{5F4B9ABB-DEB5-4DC3-A8F9-1752A2D02C85}" dt="2026-07-15T13:50:55.671" v="1041" actId="20577"/>
          <ac:spMkLst>
            <pc:docMk/>
            <pc:sldMk cId="1793526370" sldId="480"/>
            <ac:spMk id="24" creationId="{00000000-0000-0000-0000-000000000000}"/>
          </ac:spMkLst>
        </pc:spChg>
        <pc:spChg chg="mod">
          <ac:chgData name="ambleic@clemson.edu" userId="43615028507_tp_box_2" providerId="OAuth2" clId="{5F4B9ABB-DEB5-4DC3-A8F9-1752A2D02C85}" dt="2026-07-15T13:51:02.008" v="1042" actId="1076"/>
          <ac:spMkLst>
            <pc:docMk/>
            <pc:sldMk cId="1793526370" sldId="480"/>
            <ac:spMk id="28" creationId="{00000000-0000-0000-0000-000000000000}"/>
          </ac:spMkLst>
        </pc:spChg>
      </pc:sldChg>
      <pc:sldChg chg="add del">
        <pc:chgData name="ambleic@clemson.edu" userId="43615028507_tp_box_2" providerId="OAuth2" clId="{5F4B9ABB-DEB5-4DC3-A8F9-1752A2D02C85}" dt="2026-07-15T13:56:00.466" v="1061" actId="47"/>
        <pc:sldMkLst>
          <pc:docMk/>
          <pc:sldMk cId="2258908414" sldId="481"/>
        </pc:sldMkLst>
      </pc:sldChg>
      <pc:sldChg chg="add del">
        <pc:chgData name="ambleic@clemson.edu" userId="43615028507_tp_box_2" providerId="OAuth2" clId="{5F4B9ABB-DEB5-4DC3-A8F9-1752A2D02C85}" dt="2026-07-15T13:55:59.306" v="1060" actId="47"/>
        <pc:sldMkLst>
          <pc:docMk/>
          <pc:sldMk cId="2269185003" sldId="482"/>
        </pc:sldMkLst>
      </pc:sldChg>
      <pc:sldChg chg="add">
        <pc:chgData name="ambleic@clemson.edu" userId="43615028507_tp_box_2" providerId="OAuth2" clId="{5F4B9ABB-DEB5-4DC3-A8F9-1752A2D02C85}" dt="2026-07-15T13:55:21.596" v="1058"/>
        <pc:sldMkLst>
          <pc:docMk/>
          <pc:sldMk cId="724837186" sldId="483"/>
        </pc:sldMkLst>
      </pc:sldChg>
      <pc:sldChg chg="add">
        <pc:chgData name="ambleic@clemson.edu" userId="43615028507_tp_box_2" providerId="OAuth2" clId="{5F4B9ABB-DEB5-4DC3-A8F9-1752A2D02C85}" dt="2026-07-15T13:55:21.596" v="1058"/>
        <pc:sldMkLst>
          <pc:docMk/>
          <pc:sldMk cId="3447001727" sldId="484"/>
        </pc:sldMkLst>
      </pc:sldChg>
      <pc:sldChg chg="add del">
        <pc:chgData name="ambleic@clemson.edu" userId="43615028507_tp_box_2" providerId="OAuth2" clId="{5F4B9ABB-DEB5-4DC3-A8F9-1752A2D02C85}" dt="2026-07-15T14:59:06.928" v="1796" actId="47"/>
        <pc:sldMkLst>
          <pc:docMk/>
          <pc:sldMk cId="2144314965" sldId="485"/>
        </pc:sldMkLst>
      </pc:sldChg>
      <pc:sldChg chg="add del">
        <pc:chgData name="ambleic@clemson.edu" userId="43615028507_tp_box_2" providerId="OAuth2" clId="{5F4B9ABB-DEB5-4DC3-A8F9-1752A2D02C85}" dt="2026-07-15T14:29:06.640" v="1635" actId="47"/>
        <pc:sldMkLst>
          <pc:docMk/>
          <pc:sldMk cId="2529635643" sldId="486"/>
        </pc:sldMkLst>
      </pc:sldChg>
      <pc:sldChg chg="addSp delSp modSp add mod">
        <pc:chgData name="ambleic@clemson.edu" userId="43615028507_tp_box_2" providerId="OAuth2" clId="{5F4B9ABB-DEB5-4DC3-A8F9-1752A2D02C85}" dt="2026-07-15T23:27:45.494" v="2159" actId="20577"/>
        <pc:sldMkLst>
          <pc:docMk/>
          <pc:sldMk cId="3412066392" sldId="486"/>
        </pc:sldMkLst>
        <pc:spChg chg="mod">
          <ac:chgData name="ambleic@clemson.edu" userId="43615028507_tp_box_2" providerId="OAuth2" clId="{5F4B9ABB-DEB5-4DC3-A8F9-1752A2D02C85}" dt="2026-07-15T14:57:47.615" v="1734" actId="1076"/>
          <ac:spMkLst>
            <pc:docMk/>
            <pc:sldMk cId="3412066392" sldId="486"/>
            <ac:spMk id="2" creationId="{01FD63CE-CCB5-A31A-8EB7-5E7DAA68B619}"/>
          </ac:spMkLst>
        </pc:spChg>
        <pc:spChg chg="add mod">
          <ac:chgData name="ambleic@clemson.edu" userId="43615028507_tp_box_2" providerId="OAuth2" clId="{5F4B9ABB-DEB5-4DC3-A8F9-1752A2D02C85}" dt="2026-07-15T23:27:45.494" v="2159" actId="20577"/>
          <ac:spMkLst>
            <pc:docMk/>
            <pc:sldMk cId="3412066392" sldId="486"/>
            <ac:spMk id="3" creationId="{2EB26258-9A8E-1A0F-12C2-08E5C037D25C}"/>
          </ac:spMkLst>
        </pc:spChg>
        <pc:spChg chg="del">
          <ac:chgData name="ambleic@clemson.edu" userId="43615028507_tp_box_2" providerId="OAuth2" clId="{5F4B9ABB-DEB5-4DC3-A8F9-1752A2D02C85}" dt="2026-07-15T14:57:36.817" v="1731" actId="478"/>
          <ac:spMkLst>
            <pc:docMk/>
            <pc:sldMk cId="3412066392" sldId="486"/>
            <ac:spMk id="15" creationId="{00000000-0000-0000-0000-000000000000}"/>
          </ac:spMkLst>
        </pc:spChg>
        <pc:graphicFrameChg chg="mod modGraphic">
          <ac:chgData name="ambleic@clemson.edu" userId="43615028507_tp_box_2" providerId="OAuth2" clId="{5F4B9ABB-DEB5-4DC3-A8F9-1752A2D02C85}" dt="2026-07-15T23:24:46.479" v="2027" actId="20577"/>
          <ac:graphicFrameMkLst>
            <pc:docMk/>
            <pc:sldMk cId="3412066392" sldId="486"/>
            <ac:graphicFrameMk id="14" creationId="{00000000-0000-0000-0000-000000000000}"/>
          </ac:graphicFrameMkLst>
        </pc:graphicFrameChg>
      </pc:sldChg>
      <pc:sldChg chg="modSp add mod">
        <pc:chgData name="ambleic@clemson.edu" userId="43615028507_tp_box_2" providerId="OAuth2" clId="{5F4B9ABB-DEB5-4DC3-A8F9-1752A2D02C85}" dt="2026-07-15T15:02:43.735" v="1964" actId="207"/>
        <pc:sldMkLst>
          <pc:docMk/>
          <pc:sldMk cId="2076245188" sldId="487"/>
        </pc:sldMkLst>
        <pc:spChg chg="mod">
          <ac:chgData name="ambleic@clemson.edu" userId="43615028507_tp_box_2" providerId="OAuth2" clId="{5F4B9ABB-DEB5-4DC3-A8F9-1752A2D02C85}" dt="2026-07-15T15:02:18.133" v="1950" actId="207"/>
          <ac:spMkLst>
            <pc:docMk/>
            <pc:sldMk cId="2076245188" sldId="487"/>
            <ac:spMk id="7" creationId="{56290438-ECC5-58A1-35EB-DDD618313F07}"/>
          </ac:spMkLst>
        </pc:spChg>
        <pc:spChg chg="mod">
          <ac:chgData name="ambleic@clemson.edu" userId="43615028507_tp_box_2" providerId="OAuth2" clId="{5F4B9ABB-DEB5-4DC3-A8F9-1752A2D02C85}" dt="2026-07-15T15:02:43.735" v="1964" actId="207"/>
          <ac:spMkLst>
            <pc:docMk/>
            <pc:sldMk cId="2076245188" sldId="487"/>
            <ac:spMk id="9" creationId="{E63F64D8-1625-5249-24DA-68D85490517A}"/>
          </ac:spMkLst>
        </pc:spChg>
        <pc:spChg chg="mod">
          <ac:chgData name="ambleic@clemson.edu" userId="43615028507_tp_box_2" providerId="OAuth2" clId="{5F4B9ABB-DEB5-4DC3-A8F9-1752A2D02C85}" dt="2026-07-15T15:00:51.076" v="1900" actId="20577"/>
          <ac:spMkLst>
            <pc:docMk/>
            <pc:sldMk cId="2076245188" sldId="487"/>
            <ac:spMk id="13" creationId="{80F4C412-92C7-0B14-91AC-0213D173A378}"/>
          </ac:spMkLst>
        </pc:spChg>
        <pc:spChg chg="mod">
          <ac:chgData name="ambleic@clemson.edu" userId="43615028507_tp_box_2" providerId="OAuth2" clId="{5F4B9ABB-DEB5-4DC3-A8F9-1752A2D02C85}" dt="2026-07-15T15:00:16.419" v="1880" actId="33524"/>
          <ac:spMkLst>
            <pc:docMk/>
            <pc:sldMk cId="2076245188" sldId="487"/>
            <ac:spMk id="23" creationId="{B9738091-FB10-146D-FEE4-15D848DB3CDE}"/>
          </ac:spMkLst>
        </pc:spChg>
      </pc:sldChg>
      <pc:sldChg chg="add del">
        <pc:chgData name="ambleic@clemson.edu" userId="43615028507_tp_box_2" providerId="OAuth2" clId="{5F4B9ABB-DEB5-4DC3-A8F9-1752A2D02C85}" dt="2026-07-15T23:27:55.295" v="2161" actId="47"/>
        <pc:sldMkLst>
          <pc:docMk/>
          <pc:sldMk cId="76526473" sldId="488"/>
        </pc:sldMkLst>
      </pc:sldChg>
      <pc:sldChg chg="add">
        <pc:chgData name="ambleic@clemson.edu" userId="43615028507_tp_box_2" providerId="OAuth2" clId="{5F4B9ABB-DEB5-4DC3-A8F9-1752A2D02C85}" dt="2026-07-15T23:27:53.679" v="2160"/>
        <pc:sldMkLst>
          <pc:docMk/>
          <pc:sldMk cId="3312880774" sldId="489"/>
        </pc:sldMkLst>
      </pc:sldChg>
      <pc:sldChg chg="new del">
        <pc:chgData name="ambleic@clemson.edu" userId="43615028507_tp_box_2" providerId="OAuth2" clId="{5F4B9ABB-DEB5-4DC3-A8F9-1752A2D02C85}" dt="2026-07-15T23:30:04.555" v="2179" actId="47"/>
        <pc:sldMkLst>
          <pc:docMk/>
          <pc:sldMk cId="1101741167" sldId="490"/>
        </pc:sldMkLst>
      </pc:sldChg>
      <pc:sldChg chg="modSp add mod">
        <pc:chgData name="ambleic@clemson.edu" userId="43615028507_tp_box_2" providerId="OAuth2" clId="{5F4B9ABB-DEB5-4DC3-A8F9-1752A2D02C85}" dt="2026-07-15T23:32:02.106" v="2241" actId="1076"/>
        <pc:sldMkLst>
          <pc:docMk/>
          <pc:sldMk cId="1807760304" sldId="490"/>
        </pc:sldMkLst>
        <pc:spChg chg="mod">
          <ac:chgData name="ambleic@clemson.edu" userId="43615028507_tp_box_2" providerId="OAuth2" clId="{5F4B9ABB-DEB5-4DC3-A8F9-1752A2D02C85}" dt="2026-07-15T23:31:58.240" v="2240" actId="1076"/>
          <ac:spMkLst>
            <pc:docMk/>
            <pc:sldMk cId="1807760304" sldId="490"/>
            <ac:spMk id="2" creationId="{AF1904A8-1BC0-BEF9-D316-657EC87DADA4}"/>
          </ac:spMkLst>
        </pc:spChg>
        <pc:picChg chg="mod">
          <ac:chgData name="ambleic@clemson.edu" userId="43615028507_tp_box_2" providerId="OAuth2" clId="{5F4B9ABB-DEB5-4DC3-A8F9-1752A2D02C85}" dt="2026-07-15T23:32:02.106" v="2241" actId="1076"/>
          <ac:picMkLst>
            <pc:docMk/>
            <pc:sldMk cId="1807760304" sldId="490"/>
            <ac:picMk id="3" creationId="{7ADB0E6B-AEF9-C0F2-3B56-FC08E8CE6061}"/>
          </ac:picMkLst>
        </pc:picChg>
      </pc:sldChg>
      <pc:sldChg chg="add del">
        <pc:chgData name="ambleic@clemson.edu" userId="43615028507_tp_box_2" providerId="OAuth2" clId="{5F4B9ABB-DEB5-4DC3-A8F9-1752A2D02C85}" dt="2026-07-15T23:29:04.354" v="2167" actId="47"/>
        <pc:sldMkLst>
          <pc:docMk/>
          <pc:sldMk cId="2346557646" sldId="490"/>
        </pc:sldMkLst>
      </pc:sldChg>
      <pc:sldChg chg="new">
        <pc:chgData name="ambleic@clemson.edu" userId="43615028507_tp_box_2" providerId="OAuth2" clId="{5F4B9ABB-DEB5-4DC3-A8F9-1752A2D02C85}" dt="2026-07-15T23:33:59.498" v="2242" actId="680"/>
        <pc:sldMkLst>
          <pc:docMk/>
          <pc:sldMk cId="1458192137" sldId="491"/>
        </pc:sldMkLst>
      </pc:sldChg>
      <pc:sldChg chg="new del">
        <pc:chgData name="ambleic@clemson.edu" userId="43615028507_tp_box_2" providerId="OAuth2" clId="{5F4B9ABB-DEB5-4DC3-A8F9-1752A2D02C85}" dt="2026-07-15T23:31:02.468" v="2182" actId="47"/>
        <pc:sldMkLst>
          <pc:docMk/>
          <pc:sldMk cId="3905762310" sldId="491"/>
        </pc:sldMkLst>
      </pc:sldChg>
      <pc:sldChg chg="add del">
        <pc:chgData name="ambleic@clemson.edu" userId="43615028507_tp_box_2" providerId="OAuth2" clId="{5F4B9ABB-DEB5-4DC3-A8F9-1752A2D02C85}" dt="2026-07-15T23:31:04.583" v="2183" actId="47"/>
        <pc:sldMkLst>
          <pc:docMk/>
          <pc:sldMk cId="1900608758" sldId="49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DAFED5-144F-4069-A389-FD3BF9026877}" type="datetimeFigureOut">
              <a:rPr lang="en-US" smtClean="0"/>
              <a:t>7/16/2026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78DD41-F848-49B0-AB94-02DC129C0237}" type="slidenum">
              <a:rPr lang="en-US" smtClean="0"/>
              <a:t>‹#›</a:t>
            </a:fld>
            <a:endParaRPr lang="en-US"/>
          </a:p>
        </p:txBody>
      </p:sp>
    </p:spTree>
    <p:extLst>
      <p:ext uri="{BB962C8B-B14F-4D97-AF65-F5344CB8AC3E}">
        <p14:creationId xmlns:p14="http://schemas.microsoft.com/office/powerpoint/2010/main" val="3984271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6FF89-7C27-50AA-441C-F59B257209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B7DD59-76F5-730B-E689-371561C0E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DA3EFF-722C-7A1B-75C3-5A52FD15A9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77BAB4-EA8A-1015-3FDF-2B2C59D582CC}"/>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1214455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9413E-B74C-39CC-A72E-7831F742DA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7426EA-727A-970E-133A-F6B2AE79AE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7EABB-B541-36A6-E49A-C571F1ACC2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171D26-A705-542C-97B4-249BF6C46830}"/>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3528935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268F7-07E8-7323-7F6A-E039966FC3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6C6638-B674-A268-8B34-2CB1C7A60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9391C4-72C0-AF2B-6E99-E81F196E91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917F67-14ED-DAE9-B476-43ABC3380D3D}"/>
              </a:ext>
            </a:extLst>
          </p:cNvPr>
          <p:cNvSpPr>
            <a:spLocks noGrp="1"/>
          </p:cNvSpPr>
          <p:nvPr>
            <p:ph type="sldNum" sz="quarter" idx="5"/>
          </p:nvPr>
        </p:nvSpPr>
        <p:spPr/>
        <p:txBody>
          <a:bodyPr/>
          <a:lstStyle/>
          <a:p>
            <a:fld id="{D0E60299-BECB-47F9-950E-D077161DE286}" type="slidenum">
              <a:rPr lang="en-US" smtClean="0"/>
              <a:t>4</a:t>
            </a:fld>
            <a:endParaRPr lang="en-US"/>
          </a:p>
        </p:txBody>
      </p:sp>
    </p:spTree>
    <p:extLst>
      <p:ext uri="{BB962C8B-B14F-4D97-AF65-F5344CB8AC3E}">
        <p14:creationId xmlns:p14="http://schemas.microsoft.com/office/powerpoint/2010/main" val="11935341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E60299-BECB-47F9-950E-D077161DE286}" type="slidenum">
              <a:rPr lang="en-US" smtClean="0"/>
              <a:t>5</a:t>
            </a:fld>
            <a:endParaRPr lang="en-US"/>
          </a:p>
        </p:txBody>
      </p:sp>
    </p:spTree>
    <p:extLst>
      <p:ext uri="{BB962C8B-B14F-4D97-AF65-F5344CB8AC3E}">
        <p14:creationId xmlns:p14="http://schemas.microsoft.com/office/powerpoint/2010/main" val="17139516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modeling process is iterative; you are not going to get it perfect right away. </a:t>
            </a:r>
          </a:p>
          <a:p>
            <a:r>
              <a:rPr lang="en-US" dirty="0"/>
              <a:t>Our ARIMA forecasts are no where near perfect at capturing the truth, even the adjusted non-perfect truth. </a:t>
            </a:r>
          </a:p>
          <a:p>
            <a:r>
              <a:rPr lang="en-US" dirty="0"/>
              <a:t>We can make can try different things to improve model performance, using AI to help us implement the changes:</a:t>
            </a:r>
            <a:br>
              <a:rPr lang="en-US" dirty="0"/>
            </a:br>
            <a:br>
              <a:rPr lang="en-US" dirty="0"/>
            </a:br>
            <a:r>
              <a:rPr lang="en-US" dirty="0"/>
              <a:t>1) Leading Indicators</a:t>
            </a:r>
            <a:br>
              <a:rPr lang="en-US" dirty="0"/>
            </a:br>
            <a:r>
              <a:rPr lang="en-US" dirty="0"/>
              <a:t>2) Different Models </a:t>
            </a:r>
          </a:p>
          <a:p>
            <a:endParaRPr lang="en-US" dirty="0"/>
          </a:p>
        </p:txBody>
      </p:sp>
      <p:sp>
        <p:nvSpPr>
          <p:cNvPr id="4" name="Slide Number Placeholder 3"/>
          <p:cNvSpPr>
            <a:spLocks noGrp="1"/>
          </p:cNvSpPr>
          <p:nvPr>
            <p:ph type="sldNum" sz="quarter" idx="5"/>
          </p:nvPr>
        </p:nvSpPr>
        <p:spPr/>
        <p:txBody>
          <a:bodyPr/>
          <a:lstStyle/>
          <a:p>
            <a:fld id="{7F78DD41-F848-49B0-AB94-02DC129C0237}" type="slidenum">
              <a:rPr lang="en-US" smtClean="0"/>
              <a:t>6</a:t>
            </a:fld>
            <a:endParaRPr lang="en-US"/>
          </a:p>
        </p:txBody>
      </p:sp>
    </p:spTree>
    <p:extLst>
      <p:ext uri="{BB962C8B-B14F-4D97-AF65-F5344CB8AC3E}">
        <p14:creationId xmlns:p14="http://schemas.microsoft.com/office/powerpoint/2010/main" val="35432339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78DD41-F848-49B0-AB94-02DC129C0237}" type="slidenum">
              <a:rPr lang="en-US" smtClean="0"/>
              <a:t>7</a:t>
            </a:fld>
            <a:endParaRPr lang="en-US"/>
          </a:p>
        </p:txBody>
      </p:sp>
    </p:spTree>
    <p:extLst>
      <p:ext uri="{BB962C8B-B14F-4D97-AF65-F5344CB8AC3E}">
        <p14:creationId xmlns:p14="http://schemas.microsoft.com/office/powerpoint/2010/main" val="11025037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78DD41-F848-49B0-AB94-02DC129C0237}" type="slidenum">
              <a:rPr lang="en-US" smtClean="0"/>
              <a:t>9</a:t>
            </a:fld>
            <a:endParaRPr lang="en-US"/>
          </a:p>
        </p:txBody>
      </p:sp>
    </p:spTree>
    <p:extLst>
      <p:ext uri="{BB962C8B-B14F-4D97-AF65-F5344CB8AC3E}">
        <p14:creationId xmlns:p14="http://schemas.microsoft.com/office/powerpoint/2010/main" val="9829554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40379-7AA4-5F53-7FC0-9B8F5DD3BA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513788-1116-D422-DFEA-2000CD7758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8A2A25-1181-675F-ADA6-51B91F7605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470BC1-BB9D-C28A-E548-621370C0B6AD}"/>
              </a:ext>
            </a:extLst>
          </p:cNvPr>
          <p:cNvSpPr>
            <a:spLocks noGrp="1"/>
          </p:cNvSpPr>
          <p:nvPr>
            <p:ph type="sldNum" sz="quarter" idx="5"/>
          </p:nvPr>
        </p:nvSpPr>
        <p:spPr/>
        <p:txBody>
          <a:bodyPr/>
          <a:lstStyle/>
          <a:p>
            <a:fld id="{7F78DD41-F848-49B0-AB94-02DC129C0237}" type="slidenum">
              <a:rPr lang="en-US" smtClean="0"/>
              <a:t>10</a:t>
            </a:fld>
            <a:endParaRPr lang="en-US"/>
          </a:p>
        </p:txBody>
      </p:sp>
    </p:spTree>
    <p:extLst>
      <p:ext uri="{BB962C8B-B14F-4D97-AF65-F5344CB8AC3E}">
        <p14:creationId xmlns:p14="http://schemas.microsoft.com/office/powerpoint/2010/main" val="37216854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pick their own to try, we walk through updating together.</a:t>
            </a:r>
          </a:p>
        </p:txBody>
      </p:sp>
      <p:sp>
        <p:nvSpPr>
          <p:cNvPr id="4" name="Slide Number Placeholder 3"/>
          <p:cNvSpPr>
            <a:spLocks noGrp="1"/>
          </p:cNvSpPr>
          <p:nvPr>
            <p:ph type="sldNum" sz="quarter" idx="5"/>
          </p:nvPr>
        </p:nvSpPr>
        <p:spPr/>
        <p:txBody>
          <a:bodyPr/>
          <a:lstStyle/>
          <a:p>
            <a:fld id="{7F78DD41-F848-49B0-AB94-02DC129C0237}" type="slidenum">
              <a:rPr lang="en-US" smtClean="0"/>
              <a:t>11</a:t>
            </a:fld>
            <a:endParaRPr lang="en-US"/>
          </a:p>
        </p:txBody>
      </p:sp>
    </p:spTree>
    <p:extLst>
      <p:ext uri="{BB962C8B-B14F-4D97-AF65-F5344CB8AC3E}">
        <p14:creationId xmlns:p14="http://schemas.microsoft.com/office/powerpoint/2010/main" val="12714909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78DD41-F848-49B0-AB94-02DC129C0237}" type="slidenum">
              <a:rPr lang="en-US" smtClean="0"/>
              <a:t>12</a:t>
            </a:fld>
            <a:endParaRPr lang="en-US"/>
          </a:p>
        </p:txBody>
      </p:sp>
    </p:spTree>
    <p:extLst>
      <p:ext uri="{BB962C8B-B14F-4D97-AF65-F5344CB8AC3E}">
        <p14:creationId xmlns:p14="http://schemas.microsoft.com/office/powerpoint/2010/main" val="9123110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25109-741C-C75F-ADA8-62273AEECA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E14360-9CFE-C4AB-DCEF-E5B8AB6E33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F38564-418E-C84A-090F-CC63A54119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D76773-46D4-ED81-D67B-CAF410237C4B}"/>
              </a:ext>
            </a:extLst>
          </p:cNvPr>
          <p:cNvSpPr>
            <a:spLocks noGrp="1"/>
          </p:cNvSpPr>
          <p:nvPr>
            <p:ph type="sldNum" sz="quarter" idx="5"/>
          </p:nvPr>
        </p:nvSpPr>
        <p:spPr/>
        <p:txBody>
          <a:bodyPr/>
          <a:lstStyle/>
          <a:p>
            <a:fld id="{7F78DD41-F848-49B0-AB94-02DC129C0237}" type="slidenum">
              <a:rPr lang="en-US" smtClean="0"/>
              <a:t>15</a:t>
            </a:fld>
            <a:endParaRPr lang="en-US"/>
          </a:p>
        </p:txBody>
      </p:sp>
    </p:spTree>
    <p:extLst>
      <p:ext uri="{BB962C8B-B14F-4D97-AF65-F5344CB8AC3E}">
        <p14:creationId xmlns:p14="http://schemas.microsoft.com/office/powerpoint/2010/main" val="28045500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78DD41-F848-49B0-AB94-02DC129C0237}" type="slidenum">
              <a:rPr lang="en-US" smtClean="0"/>
              <a:t>16</a:t>
            </a:fld>
            <a:endParaRPr lang="en-US"/>
          </a:p>
        </p:txBody>
      </p:sp>
    </p:spTree>
    <p:extLst>
      <p:ext uri="{BB962C8B-B14F-4D97-AF65-F5344CB8AC3E}">
        <p14:creationId xmlns:p14="http://schemas.microsoft.com/office/powerpoint/2010/main" val="42062177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31E67-43DB-7A96-CC89-5240904D4E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E47AB-FD51-80D4-49FC-CD4FFCD7BA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A6274F-14E1-4BF3-68A9-5C6103BF78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62BEAB-B1B1-CFED-2E2C-A256382C27B0}"/>
              </a:ext>
            </a:extLst>
          </p:cNvPr>
          <p:cNvSpPr>
            <a:spLocks noGrp="1"/>
          </p:cNvSpPr>
          <p:nvPr>
            <p:ph type="sldNum" sz="quarter" idx="5"/>
          </p:nvPr>
        </p:nvSpPr>
        <p:spPr/>
        <p:txBody>
          <a:bodyPr/>
          <a:lstStyle/>
          <a:p>
            <a:fld id="{7F78DD41-F848-49B0-AB94-02DC129C0237}" type="slidenum">
              <a:rPr lang="en-US" smtClean="0"/>
              <a:t>17</a:t>
            </a:fld>
            <a:endParaRPr lang="en-US"/>
          </a:p>
        </p:txBody>
      </p:sp>
    </p:spTree>
    <p:extLst>
      <p:ext uri="{BB962C8B-B14F-4D97-AF65-F5344CB8AC3E}">
        <p14:creationId xmlns:p14="http://schemas.microsoft.com/office/powerpoint/2010/main" val="20218127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@Lior, added this based on our conversations about adding a machine learning piece. I am not as familiar with this model, so if you see any issues or if this is overcomplicated feel free to make changes!</a:t>
            </a:r>
          </a:p>
        </p:txBody>
      </p:sp>
      <p:sp>
        <p:nvSpPr>
          <p:cNvPr id="4" name="Slide Number Placeholder 3"/>
          <p:cNvSpPr>
            <a:spLocks noGrp="1"/>
          </p:cNvSpPr>
          <p:nvPr>
            <p:ph type="sldNum" sz="quarter" idx="5"/>
          </p:nvPr>
        </p:nvSpPr>
        <p:spPr/>
        <p:txBody>
          <a:bodyPr/>
          <a:lstStyle/>
          <a:p>
            <a:fld id="{7F78DD41-F848-49B0-AB94-02DC129C0237}" type="slidenum">
              <a:rPr lang="en-US" smtClean="0"/>
              <a:t>18</a:t>
            </a:fld>
            <a:endParaRPr lang="en-US"/>
          </a:p>
        </p:txBody>
      </p:sp>
    </p:spTree>
    <p:extLst>
      <p:ext uri="{BB962C8B-B14F-4D97-AF65-F5344CB8AC3E}">
        <p14:creationId xmlns:p14="http://schemas.microsoft.com/office/powerpoint/2010/main" val="34063818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@Lior, added this based on our conversations about adding a machine learning piece. I am not as familiar with this model, so if you see any issues or if this is overcomplicated feel free to make changes!</a:t>
            </a:r>
          </a:p>
          <a:p>
            <a:endParaRPr lang="en-US" dirty="0"/>
          </a:p>
        </p:txBody>
      </p:sp>
      <p:sp>
        <p:nvSpPr>
          <p:cNvPr id="4" name="Slide Number Placeholder 3"/>
          <p:cNvSpPr>
            <a:spLocks noGrp="1"/>
          </p:cNvSpPr>
          <p:nvPr>
            <p:ph type="sldNum" sz="quarter" idx="5"/>
          </p:nvPr>
        </p:nvSpPr>
        <p:spPr/>
        <p:txBody>
          <a:bodyPr/>
          <a:lstStyle/>
          <a:p>
            <a:fld id="{7F78DD41-F848-49B0-AB94-02DC129C0237}" type="slidenum">
              <a:rPr lang="en-US" smtClean="0"/>
              <a:t>19</a:t>
            </a:fld>
            <a:endParaRPr lang="en-US"/>
          </a:p>
        </p:txBody>
      </p:sp>
    </p:spTree>
    <p:extLst>
      <p:ext uri="{BB962C8B-B14F-4D97-AF65-F5344CB8AC3E}">
        <p14:creationId xmlns:p14="http://schemas.microsoft.com/office/powerpoint/2010/main" val="38644237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259B4-DC46-19C9-17C7-D26760AA81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0158C0-B599-8367-A3B6-D2D2C89769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2BB68F-C52E-27BE-1295-E83F1EDB01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1620C7-1B90-9B9D-3EFF-D251C57CCF09}"/>
              </a:ext>
            </a:extLst>
          </p:cNvPr>
          <p:cNvSpPr>
            <a:spLocks noGrp="1"/>
          </p:cNvSpPr>
          <p:nvPr>
            <p:ph type="sldNum" sz="quarter" idx="5"/>
          </p:nvPr>
        </p:nvSpPr>
        <p:spPr/>
        <p:txBody>
          <a:bodyPr/>
          <a:lstStyle/>
          <a:p>
            <a:fld id="{7F78DD41-F848-49B0-AB94-02DC129C0237}" type="slidenum">
              <a:rPr lang="en-US" smtClean="0"/>
              <a:t>22</a:t>
            </a:fld>
            <a:endParaRPr lang="en-US"/>
          </a:p>
        </p:txBody>
      </p:sp>
    </p:spTree>
    <p:extLst>
      <p:ext uri="{BB962C8B-B14F-4D97-AF65-F5344CB8AC3E}">
        <p14:creationId xmlns:p14="http://schemas.microsoft.com/office/powerpoint/2010/main" val="31813163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63AFB-C0F9-F471-0745-C2940D6049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75CE09-A759-A604-A9D4-FF2B780D39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97314B-CCD9-5200-1840-D4E76A4978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054E4B-28F7-2E44-7D90-B9E96A4FC5FE}"/>
              </a:ext>
            </a:extLst>
          </p:cNvPr>
          <p:cNvSpPr>
            <a:spLocks noGrp="1"/>
          </p:cNvSpPr>
          <p:nvPr>
            <p:ph type="sldNum" sz="quarter" idx="5"/>
          </p:nvPr>
        </p:nvSpPr>
        <p:spPr/>
        <p:txBody>
          <a:bodyPr/>
          <a:lstStyle/>
          <a:p>
            <a:fld id="{7F78DD41-F848-49B0-AB94-02DC129C0237}" type="slidenum">
              <a:rPr lang="en-US" smtClean="0"/>
              <a:t>23</a:t>
            </a:fld>
            <a:endParaRPr lang="en-US"/>
          </a:p>
        </p:txBody>
      </p:sp>
    </p:spTree>
    <p:extLst>
      <p:ext uri="{BB962C8B-B14F-4D97-AF65-F5344CB8AC3E}">
        <p14:creationId xmlns:p14="http://schemas.microsoft.com/office/powerpoint/2010/main" val="25506832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57DE7-0573-4F8D-1006-E3AE662F4A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FA20F0-B1C8-091A-66D9-3B1C069F2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BB5681-EFA8-6B18-F13B-65D75D2B70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765F71-CF09-9E22-8674-9F637CA64268}"/>
              </a:ext>
            </a:extLst>
          </p:cNvPr>
          <p:cNvSpPr>
            <a:spLocks noGrp="1"/>
          </p:cNvSpPr>
          <p:nvPr>
            <p:ph type="sldNum" sz="quarter" idx="5"/>
          </p:nvPr>
        </p:nvSpPr>
        <p:spPr/>
        <p:txBody>
          <a:bodyPr/>
          <a:lstStyle/>
          <a:p>
            <a:fld id="{7F78DD41-F848-49B0-AB94-02DC129C0237}" type="slidenum">
              <a:rPr lang="en-US" smtClean="0"/>
              <a:t>24</a:t>
            </a:fld>
            <a:endParaRPr lang="en-US"/>
          </a:p>
        </p:txBody>
      </p:sp>
    </p:spTree>
    <p:extLst>
      <p:ext uri="{BB962C8B-B14F-4D97-AF65-F5344CB8AC3E}">
        <p14:creationId xmlns:p14="http://schemas.microsoft.com/office/powerpoint/2010/main" val="36183459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2E5B3-91DC-0936-BBD3-0CA0EBE1FBE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CCDCDEA-7C38-9AC6-EC6C-76A81DF871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512EAA6-0802-8AE5-520C-E6E0CDBF11D0}"/>
              </a:ext>
            </a:extLst>
          </p:cNvPr>
          <p:cNvSpPr>
            <a:spLocks noGrp="1"/>
          </p:cNvSpPr>
          <p:nvPr>
            <p:ph type="dt" sz="half" idx="10"/>
          </p:nvPr>
        </p:nvSpPr>
        <p:spPr/>
        <p:txBody>
          <a:bodyPr/>
          <a:lstStyle/>
          <a:p>
            <a:fld id="{FFCCE165-6990-4293-85E9-63B1D8811BE5}" type="datetimeFigureOut">
              <a:rPr lang="en-US" smtClean="0"/>
              <a:t>7/16/2026</a:t>
            </a:fld>
            <a:endParaRPr lang="en-US"/>
          </a:p>
        </p:txBody>
      </p:sp>
      <p:sp>
        <p:nvSpPr>
          <p:cNvPr id="5" name="Footer Placeholder 4">
            <a:extLst>
              <a:ext uri="{FF2B5EF4-FFF2-40B4-BE49-F238E27FC236}">
                <a16:creationId xmlns:a16="http://schemas.microsoft.com/office/drawing/2014/main" id="{9AB9DB9B-BC8A-D5E9-DB49-15D54D5BCD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EC081C-A9AF-F1C2-2136-1ACC8EBC6198}"/>
              </a:ext>
            </a:extLst>
          </p:cNvPr>
          <p:cNvSpPr>
            <a:spLocks noGrp="1"/>
          </p:cNvSpPr>
          <p:nvPr>
            <p:ph type="sldNum" sz="quarter" idx="12"/>
          </p:nvPr>
        </p:nvSpPr>
        <p:spPr/>
        <p:txBody>
          <a:bodyPr/>
          <a:lstStyle/>
          <a:p>
            <a:fld id="{12399BC8-022D-4AE8-B613-CA7C339BDBFE}" type="slidenum">
              <a:rPr lang="en-US" smtClean="0"/>
              <a:t>‹#›</a:t>
            </a:fld>
            <a:endParaRPr lang="en-US"/>
          </a:p>
        </p:txBody>
      </p:sp>
    </p:spTree>
    <p:extLst>
      <p:ext uri="{BB962C8B-B14F-4D97-AF65-F5344CB8AC3E}">
        <p14:creationId xmlns:p14="http://schemas.microsoft.com/office/powerpoint/2010/main" val="158743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EBDFC-F7C3-085A-763B-9E9DCF6C3C9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13C004-9195-D204-DB5F-D3C35E111B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91026A-2223-E063-64C2-D322F6022225}"/>
              </a:ext>
            </a:extLst>
          </p:cNvPr>
          <p:cNvSpPr>
            <a:spLocks noGrp="1"/>
          </p:cNvSpPr>
          <p:nvPr>
            <p:ph type="dt" sz="half" idx="10"/>
          </p:nvPr>
        </p:nvSpPr>
        <p:spPr/>
        <p:txBody>
          <a:bodyPr/>
          <a:lstStyle/>
          <a:p>
            <a:fld id="{FFCCE165-6990-4293-85E9-63B1D8811BE5}" type="datetimeFigureOut">
              <a:rPr lang="en-US" smtClean="0"/>
              <a:t>7/16/2026</a:t>
            </a:fld>
            <a:endParaRPr lang="en-US"/>
          </a:p>
        </p:txBody>
      </p:sp>
      <p:sp>
        <p:nvSpPr>
          <p:cNvPr id="5" name="Footer Placeholder 4">
            <a:extLst>
              <a:ext uri="{FF2B5EF4-FFF2-40B4-BE49-F238E27FC236}">
                <a16:creationId xmlns:a16="http://schemas.microsoft.com/office/drawing/2014/main" id="{D042D0E9-C081-B601-EB6E-E1F41BF33F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9A6D81-F353-FDE5-2669-8E4754674FFF}"/>
              </a:ext>
            </a:extLst>
          </p:cNvPr>
          <p:cNvSpPr>
            <a:spLocks noGrp="1"/>
          </p:cNvSpPr>
          <p:nvPr>
            <p:ph type="sldNum" sz="quarter" idx="12"/>
          </p:nvPr>
        </p:nvSpPr>
        <p:spPr/>
        <p:txBody>
          <a:bodyPr/>
          <a:lstStyle/>
          <a:p>
            <a:fld id="{12399BC8-022D-4AE8-B613-CA7C339BDBFE}" type="slidenum">
              <a:rPr lang="en-US" smtClean="0"/>
              <a:t>‹#›</a:t>
            </a:fld>
            <a:endParaRPr lang="en-US"/>
          </a:p>
        </p:txBody>
      </p:sp>
    </p:spTree>
    <p:extLst>
      <p:ext uri="{BB962C8B-B14F-4D97-AF65-F5344CB8AC3E}">
        <p14:creationId xmlns:p14="http://schemas.microsoft.com/office/powerpoint/2010/main" val="25362371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A6AB2-CDDC-4742-5D3E-DEA837CD89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D0A00-876F-2523-311D-6A34D60AA8C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A60B971-D327-A876-82E4-90BC543E4B9C}"/>
              </a:ext>
            </a:extLst>
          </p:cNvPr>
          <p:cNvSpPr>
            <a:spLocks noGrp="1"/>
          </p:cNvSpPr>
          <p:nvPr>
            <p:ph type="dt" sz="half" idx="10"/>
          </p:nvPr>
        </p:nvSpPr>
        <p:spPr/>
        <p:txBody>
          <a:bodyPr/>
          <a:lstStyle/>
          <a:p>
            <a:fld id="{FFCCE165-6990-4293-85E9-63B1D8811BE5}" type="datetimeFigureOut">
              <a:rPr lang="en-US" smtClean="0"/>
              <a:t>7/16/2026</a:t>
            </a:fld>
            <a:endParaRPr lang="en-US"/>
          </a:p>
        </p:txBody>
      </p:sp>
      <p:sp>
        <p:nvSpPr>
          <p:cNvPr id="5" name="Footer Placeholder 4">
            <a:extLst>
              <a:ext uri="{FF2B5EF4-FFF2-40B4-BE49-F238E27FC236}">
                <a16:creationId xmlns:a16="http://schemas.microsoft.com/office/drawing/2014/main" id="{64632519-4E6E-0C8E-E286-3C571F54CC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783BE3-9A5A-8A43-1CFB-4CC499E4C0D1}"/>
              </a:ext>
            </a:extLst>
          </p:cNvPr>
          <p:cNvSpPr>
            <a:spLocks noGrp="1"/>
          </p:cNvSpPr>
          <p:nvPr>
            <p:ph type="sldNum" sz="quarter" idx="12"/>
          </p:nvPr>
        </p:nvSpPr>
        <p:spPr/>
        <p:txBody>
          <a:bodyPr/>
          <a:lstStyle/>
          <a:p>
            <a:fld id="{12399BC8-022D-4AE8-B613-CA7C339BDBFE}" type="slidenum">
              <a:rPr lang="en-US" smtClean="0"/>
              <a:t>‹#›</a:t>
            </a:fld>
            <a:endParaRPr lang="en-US"/>
          </a:p>
        </p:txBody>
      </p:sp>
    </p:spTree>
    <p:extLst>
      <p:ext uri="{BB962C8B-B14F-4D97-AF65-F5344CB8AC3E}">
        <p14:creationId xmlns:p14="http://schemas.microsoft.com/office/powerpoint/2010/main" val="36752386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DD185-E381-E988-F407-7C5D9F0D98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F052209-B98B-78BD-4B39-83EFB85810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A17D12E-12BB-E059-019C-AE24FB0DED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732921-DA81-8411-CFDE-C886C3BB7B11}"/>
              </a:ext>
            </a:extLst>
          </p:cNvPr>
          <p:cNvSpPr>
            <a:spLocks noGrp="1"/>
          </p:cNvSpPr>
          <p:nvPr>
            <p:ph type="dt" sz="half" idx="10"/>
          </p:nvPr>
        </p:nvSpPr>
        <p:spPr/>
        <p:txBody>
          <a:bodyPr/>
          <a:lstStyle/>
          <a:p>
            <a:fld id="{FFCCE165-6990-4293-85E9-63B1D8811BE5}" type="datetimeFigureOut">
              <a:rPr lang="en-US" smtClean="0"/>
              <a:t>7/16/2026</a:t>
            </a:fld>
            <a:endParaRPr lang="en-US"/>
          </a:p>
        </p:txBody>
      </p:sp>
      <p:sp>
        <p:nvSpPr>
          <p:cNvPr id="6" name="Footer Placeholder 5">
            <a:extLst>
              <a:ext uri="{FF2B5EF4-FFF2-40B4-BE49-F238E27FC236}">
                <a16:creationId xmlns:a16="http://schemas.microsoft.com/office/drawing/2014/main" id="{CAC59633-1CE9-E269-5A69-6A05DECF6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1E0CC0-822E-4D5C-82D1-DE564CDED1E4}"/>
              </a:ext>
            </a:extLst>
          </p:cNvPr>
          <p:cNvSpPr>
            <a:spLocks noGrp="1"/>
          </p:cNvSpPr>
          <p:nvPr>
            <p:ph type="sldNum" sz="quarter" idx="12"/>
          </p:nvPr>
        </p:nvSpPr>
        <p:spPr/>
        <p:txBody>
          <a:bodyPr/>
          <a:lstStyle/>
          <a:p>
            <a:fld id="{12399BC8-022D-4AE8-B613-CA7C339BDBFE}" type="slidenum">
              <a:rPr lang="en-US" smtClean="0"/>
              <a:t>‹#›</a:t>
            </a:fld>
            <a:endParaRPr lang="en-US"/>
          </a:p>
        </p:txBody>
      </p:sp>
    </p:spTree>
    <p:extLst>
      <p:ext uri="{BB962C8B-B14F-4D97-AF65-F5344CB8AC3E}">
        <p14:creationId xmlns:p14="http://schemas.microsoft.com/office/powerpoint/2010/main" val="40466984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7DF46-48F3-E290-4145-8CE4AAF01CD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C4638C6-A296-8201-286C-0561B4F930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7E34D44-18B2-CAF7-20C5-A48F01F2227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2FA4BF3-8F1B-799F-9103-0507FA345E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C6DBC98-E2C4-6D0F-6A2B-9B656CD96F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5D627BA-9876-FCA8-9062-5BBE8432FAEB}"/>
              </a:ext>
            </a:extLst>
          </p:cNvPr>
          <p:cNvSpPr>
            <a:spLocks noGrp="1"/>
          </p:cNvSpPr>
          <p:nvPr>
            <p:ph type="dt" sz="half" idx="10"/>
          </p:nvPr>
        </p:nvSpPr>
        <p:spPr/>
        <p:txBody>
          <a:bodyPr/>
          <a:lstStyle/>
          <a:p>
            <a:fld id="{FFCCE165-6990-4293-85E9-63B1D8811BE5}" type="datetimeFigureOut">
              <a:rPr lang="en-US" smtClean="0"/>
              <a:t>7/16/2026</a:t>
            </a:fld>
            <a:endParaRPr lang="en-US"/>
          </a:p>
        </p:txBody>
      </p:sp>
      <p:sp>
        <p:nvSpPr>
          <p:cNvPr id="8" name="Footer Placeholder 7">
            <a:extLst>
              <a:ext uri="{FF2B5EF4-FFF2-40B4-BE49-F238E27FC236}">
                <a16:creationId xmlns:a16="http://schemas.microsoft.com/office/drawing/2014/main" id="{A2275F1E-59D1-4D7D-8121-A20A914E497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90C81FC-D694-39F5-E1E7-64DE3ACFA37B}"/>
              </a:ext>
            </a:extLst>
          </p:cNvPr>
          <p:cNvSpPr>
            <a:spLocks noGrp="1"/>
          </p:cNvSpPr>
          <p:nvPr>
            <p:ph type="sldNum" sz="quarter" idx="12"/>
          </p:nvPr>
        </p:nvSpPr>
        <p:spPr/>
        <p:txBody>
          <a:bodyPr/>
          <a:lstStyle/>
          <a:p>
            <a:fld id="{12399BC8-022D-4AE8-B613-CA7C339BDBFE}" type="slidenum">
              <a:rPr lang="en-US" smtClean="0"/>
              <a:t>‹#›</a:t>
            </a:fld>
            <a:endParaRPr lang="en-US"/>
          </a:p>
        </p:txBody>
      </p:sp>
    </p:spTree>
    <p:extLst>
      <p:ext uri="{BB962C8B-B14F-4D97-AF65-F5344CB8AC3E}">
        <p14:creationId xmlns:p14="http://schemas.microsoft.com/office/powerpoint/2010/main" val="36224642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14373-5FE3-8AEF-07C2-E2DD5072F1B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1623208-8A93-176B-8602-58FC02603A51}"/>
              </a:ext>
            </a:extLst>
          </p:cNvPr>
          <p:cNvSpPr>
            <a:spLocks noGrp="1"/>
          </p:cNvSpPr>
          <p:nvPr>
            <p:ph type="dt" sz="half" idx="10"/>
          </p:nvPr>
        </p:nvSpPr>
        <p:spPr/>
        <p:txBody>
          <a:bodyPr/>
          <a:lstStyle/>
          <a:p>
            <a:fld id="{FFCCE165-6990-4293-85E9-63B1D8811BE5}" type="datetimeFigureOut">
              <a:rPr lang="en-US" smtClean="0"/>
              <a:t>7/16/2026</a:t>
            </a:fld>
            <a:endParaRPr lang="en-US"/>
          </a:p>
        </p:txBody>
      </p:sp>
      <p:sp>
        <p:nvSpPr>
          <p:cNvPr id="4" name="Footer Placeholder 3">
            <a:extLst>
              <a:ext uri="{FF2B5EF4-FFF2-40B4-BE49-F238E27FC236}">
                <a16:creationId xmlns:a16="http://schemas.microsoft.com/office/drawing/2014/main" id="{35715EB4-090F-5308-87E1-FA437C01EFC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967136A-F6F2-A3B9-F824-65E149043F29}"/>
              </a:ext>
            </a:extLst>
          </p:cNvPr>
          <p:cNvSpPr>
            <a:spLocks noGrp="1"/>
          </p:cNvSpPr>
          <p:nvPr>
            <p:ph type="sldNum" sz="quarter" idx="12"/>
          </p:nvPr>
        </p:nvSpPr>
        <p:spPr/>
        <p:txBody>
          <a:bodyPr/>
          <a:lstStyle/>
          <a:p>
            <a:fld id="{12399BC8-022D-4AE8-B613-CA7C339BDBFE}" type="slidenum">
              <a:rPr lang="en-US" smtClean="0"/>
              <a:t>‹#›</a:t>
            </a:fld>
            <a:endParaRPr lang="en-US"/>
          </a:p>
        </p:txBody>
      </p:sp>
    </p:spTree>
    <p:extLst>
      <p:ext uri="{BB962C8B-B14F-4D97-AF65-F5344CB8AC3E}">
        <p14:creationId xmlns:p14="http://schemas.microsoft.com/office/powerpoint/2010/main" val="2488532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EB53F7-8196-0293-6592-ED8DDE50A802}"/>
              </a:ext>
            </a:extLst>
          </p:cNvPr>
          <p:cNvSpPr>
            <a:spLocks noGrp="1"/>
          </p:cNvSpPr>
          <p:nvPr>
            <p:ph type="dt" sz="half" idx="10"/>
          </p:nvPr>
        </p:nvSpPr>
        <p:spPr/>
        <p:txBody>
          <a:bodyPr/>
          <a:lstStyle/>
          <a:p>
            <a:fld id="{FFCCE165-6990-4293-85E9-63B1D8811BE5}" type="datetimeFigureOut">
              <a:rPr lang="en-US" smtClean="0"/>
              <a:t>7/16/2026</a:t>
            </a:fld>
            <a:endParaRPr lang="en-US"/>
          </a:p>
        </p:txBody>
      </p:sp>
      <p:sp>
        <p:nvSpPr>
          <p:cNvPr id="3" name="Footer Placeholder 2">
            <a:extLst>
              <a:ext uri="{FF2B5EF4-FFF2-40B4-BE49-F238E27FC236}">
                <a16:creationId xmlns:a16="http://schemas.microsoft.com/office/drawing/2014/main" id="{5466534C-22D4-BBA2-5D31-2503A66F56A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0305A86-4883-3B86-5548-BA3F3D2CAB26}"/>
              </a:ext>
            </a:extLst>
          </p:cNvPr>
          <p:cNvSpPr>
            <a:spLocks noGrp="1"/>
          </p:cNvSpPr>
          <p:nvPr>
            <p:ph type="sldNum" sz="quarter" idx="12"/>
          </p:nvPr>
        </p:nvSpPr>
        <p:spPr/>
        <p:txBody>
          <a:bodyPr/>
          <a:lstStyle/>
          <a:p>
            <a:fld id="{12399BC8-022D-4AE8-B613-CA7C339BDBFE}" type="slidenum">
              <a:rPr lang="en-US" smtClean="0"/>
              <a:t>‹#›</a:t>
            </a:fld>
            <a:endParaRPr lang="en-US"/>
          </a:p>
        </p:txBody>
      </p:sp>
    </p:spTree>
    <p:extLst>
      <p:ext uri="{BB962C8B-B14F-4D97-AF65-F5344CB8AC3E}">
        <p14:creationId xmlns:p14="http://schemas.microsoft.com/office/powerpoint/2010/main" val="12668702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88389-E178-A621-341C-57F8F16F17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3E6B238-9820-B44F-4784-54E0C37EDF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00272BF-1347-24C6-4C52-A3A3CF81A9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5C557A-7997-13E4-0487-797D55F117A8}"/>
              </a:ext>
            </a:extLst>
          </p:cNvPr>
          <p:cNvSpPr>
            <a:spLocks noGrp="1"/>
          </p:cNvSpPr>
          <p:nvPr>
            <p:ph type="dt" sz="half" idx="10"/>
          </p:nvPr>
        </p:nvSpPr>
        <p:spPr/>
        <p:txBody>
          <a:bodyPr/>
          <a:lstStyle/>
          <a:p>
            <a:fld id="{FFCCE165-6990-4293-85E9-63B1D8811BE5}" type="datetimeFigureOut">
              <a:rPr lang="en-US" smtClean="0"/>
              <a:t>7/16/2026</a:t>
            </a:fld>
            <a:endParaRPr lang="en-US"/>
          </a:p>
        </p:txBody>
      </p:sp>
      <p:sp>
        <p:nvSpPr>
          <p:cNvPr id="6" name="Footer Placeholder 5">
            <a:extLst>
              <a:ext uri="{FF2B5EF4-FFF2-40B4-BE49-F238E27FC236}">
                <a16:creationId xmlns:a16="http://schemas.microsoft.com/office/drawing/2014/main" id="{63A9C6D6-0205-6883-A15A-2EFF44972C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450703-2F96-E0B4-6790-E1F81B3F151C}"/>
              </a:ext>
            </a:extLst>
          </p:cNvPr>
          <p:cNvSpPr>
            <a:spLocks noGrp="1"/>
          </p:cNvSpPr>
          <p:nvPr>
            <p:ph type="sldNum" sz="quarter" idx="12"/>
          </p:nvPr>
        </p:nvSpPr>
        <p:spPr/>
        <p:txBody>
          <a:bodyPr/>
          <a:lstStyle/>
          <a:p>
            <a:fld id="{12399BC8-022D-4AE8-B613-CA7C339BDBFE}" type="slidenum">
              <a:rPr lang="en-US" smtClean="0"/>
              <a:t>‹#›</a:t>
            </a:fld>
            <a:endParaRPr lang="en-US"/>
          </a:p>
        </p:txBody>
      </p:sp>
    </p:spTree>
    <p:extLst>
      <p:ext uri="{BB962C8B-B14F-4D97-AF65-F5344CB8AC3E}">
        <p14:creationId xmlns:p14="http://schemas.microsoft.com/office/powerpoint/2010/main" val="2785393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EBB4D-E5C3-D588-9BE1-8E41B7C8D8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5A3B3C2-2961-D4DB-C9FC-680165AC7A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617AD3B-8C9F-4EC5-26B1-6C4A6312A2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B78386-D8CA-E08C-C052-0D1C59ED3431}"/>
              </a:ext>
            </a:extLst>
          </p:cNvPr>
          <p:cNvSpPr>
            <a:spLocks noGrp="1"/>
          </p:cNvSpPr>
          <p:nvPr>
            <p:ph type="dt" sz="half" idx="10"/>
          </p:nvPr>
        </p:nvSpPr>
        <p:spPr/>
        <p:txBody>
          <a:bodyPr/>
          <a:lstStyle/>
          <a:p>
            <a:fld id="{FFCCE165-6990-4293-85E9-63B1D8811BE5}" type="datetimeFigureOut">
              <a:rPr lang="en-US" smtClean="0"/>
              <a:t>7/16/2026</a:t>
            </a:fld>
            <a:endParaRPr lang="en-US"/>
          </a:p>
        </p:txBody>
      </p:sp>
      <p:sp>
        <p:nvSpPr>
          <p:cNvPr id="6" name="Footer Placeholder 5">
            <a:extLst>
              <a:ext uri="{FF2B5EF4-FFF2-40B4-BE49-F238E27FC236}">
                <a16:creationId xmlns:a16="http://schemas.microsoft.com/office/drawing/2014/main" id="{315779F8-7EA1-CE40-8E0F-9736233184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98A8A0-6F8D-B4D3-86A2-87A76B9010D6}"/>
              </a:ext>
            </a:extLst>
          </p:cNvPr>
          <p:cNvSpPr>
            <a:spLocks noGrp="1"/>
          </p:cNvSpPr>
          <p:nvPr>
            <p:ph type="sldNum" sz="quarter" idx="12"/>
          </p:nvPr>
        </p:nvSpPr>
        <p:spPr/>
        <p:txBody>
          <a:bodyPr/>
          <a:lstStyle/>
          <a:p>
            <a:fld id="{12399BC8-022D-4AE8-B613-CA7C339BDBFE}" type="slidenum">
              <a:rPr lang="en-US" smtClean="0"/>
              <a:t>‹#›</a:t>
            </a:fld>
            <a:endParaRPr lang="en-US"/>
          </a:p>
        </p:txBody>
      </p:sp>
    </p:spTree>
    <p:extLst>
      <p:ext uri="{BB962C8B-B14F-4D97-AF65-F5344CB8AC3E}">
        <p14:creationId xmlns:p14="http://schemas.microsoft.com/office/powerpoint/2010/main" val="876447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B56F5-3B21-9697-A549-E2352F4242A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581DDE5-443B-204D-1208-1E55642714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BB4049-5B91-50A0-6F93-C4A283A4F8D4}"/>
              </a:ext>
            </a:extLst>
          </p:cNvPr>
          <p:cNvSpPr>
            <a:spLocks noGrp="1"/>
          </p:cNvSpPr>
          <p:nvPr>
            <p:ph type="dt" sz="half" idx="10"/>
          </p:nvPr>
        </p:nvSpPr>
        <p:spPr/>
        <p:txBody>
          <a:bodyPr/>
          <a:lstStyle/>
          <a:p>
            <a:fld id="{FFCCE165-6990-4293-85E9-63B1D8811BE5}" type="datetimeFigureOut">
              <a:rPr lang="en-US" smtClean="0"/>
              <a:t>7/16/2026</a:t>
            </a:fld>
            <a:endParaRPr lang="en-US"/>
          </a:p>
        </p:txBody>
      </p:sp>
      <p:sp>
        <p:nvSpPr>
          <p:cNvPr id="5" name="Footer Placeholder 4">
            <a:extLst>
              <a:ext uri="{FF2B5EF4-FFF2-40B4-BE49-F238E27FC236}">
                <a16:creationId xmlns:a16="http://schemas.microsoft.com/office/drawing/2014/main" id="{B03D1E8E-468A-835B-1847-F029419AFB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BE01FD-0649-270E-F6FD-54FDF87AB581}"/>
              </a:ext>
            </a:extLst>
          </p:cNvPr>
          <p:cNvSpPr>
            <a:spLocks noGrp="1"/>
          </p:cNvSpPr>
          <p:nvPr>
            <p:ph type="sldNum" sz="quarter" idx="12"/>
          </p:nvPr>
        </p:nvSpPr>
        <p:spPr/>
        <p:txBody>
          <a:bodyPr/>
          <a:lstStyle/>
          <a:p>
            <a:fld id="{12399BC8-022D-4AE8-B613-CA7C339BDBFE}" type="slidenum">
              <a:rPr lang="en-US" smtClean="0"/>
              <a:t>‹#›</a:t>
            </a:fld>
            <a:endParaRPr lang="en-US"/>
          </a:p>
        </p:txBody>
      </p:sp>
    </p:spTree>
    <p:extLst>
      <p:ext uri="{BB962C8B-B14F-4D97-AF65-F5344CB8AC3E}">
        <p14:creationId xmlns:p14="http://schemas.microsoft.com/office/powerpoint/2010/main" val="19841047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F30A8C-2B9B-CD17-B791-0DE8E1EC2C1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FECD8CE-8B22-5537-A802-B09E8789B3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A9256E-468A-BE19-F601-48401E417534}"/>
              </a:ext>
            </a:extLst>
          </p:cNvPr>
          <p:cNvSpPr>
            <a:spLocks noGrp="1"/>
          </p:cNvSpPr>
          <p:nvPr>
            <p:ph type="dt" sz="half" idx="10"/>
          </p:nvPr>
        </p:nvSpPr>
        <p:spPr/>
        <p:txBody>
          <a:bodyPr/>
          <a:lstStyle/>
          <a:p>
            <a:fld id="{FFCCE165-6990-4293-85E9-63B1D8811BE5}" type="datetimeFigureOut">
              <a:rPr lang="en-US" smtClean="0"/>
              <a:t>7/16/2026</a:t>
            </a:fld>
            <a:endParaRPr lang="en-US"/>
          </a:p>
        </p:txBody>
      </p:sp>
      <p:sp>
        <p:nvSpPr>
          <p:cNvPr id="5" name="Footer Placeholder 4">
            <a:extLst>
              <a:ext uri="{FF2B5EF4-FFF2-40B4-BE49-F238E27FC236}">
                <a16:creationId xmlns:a16="http://schemas.microsoft.com/office/drawing/2014/main" id="{5EE3E7C4-2E59-AEA8-431D-81969261B8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C0E3FE-AE83-C3BF-3DC1-7D6D46C854E0}"/>
              </a:ext>
            </a:extLst>
          </p:cNvPr>
          <p:cNvSpPr>
            <a:spLocks noGrp="1"/>
          </p:cNvSpPr>
          <p:nvPr>
            <p:ph type="sldNum" sz="quarter" idx="12"/>
          </p:nvPr>
        </p:nvSpPr>
        <p:spPr/>
        <p:txBody>
          <a:bodyPr/>
          <a:lstStyle/>
          <a:p>
            <a:fld id="{12399BC8-022D-4AE8-B613-CA7C339BDBFE}" type="slidenum">
              <a:rPr lang="en-US" smtClean="0"/>
              <a:t>‹#›</a:t>
            </a:fld>
            <a:endParaRPr lang="en-US"/>
          </a:p>
        </p:txBody>
      </p:sp>
    </p:spTree>
    <p:extLst>
      <p:ext uri="{BB962C8B-B14F-4D97-AF65-F5344CB8AC3E}">
        <p14:creationId xmlns:p14="http://schemas.microsoft.com/office/powerpoint/2010/main" val="32642173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65217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A029D43-071F-47D3-596D-BC926A8636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908D42-C791-8C6F-378C-75BB972A62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74ADF4-C53C-2290-BBBB-EF68D1F18C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FCCE165-6990-4293-85E9-63B1D8811BE5}" type="datetimeFigureOut">
              <a:rPr lang="en-US" smtClean="0"/>
              <a:t>7/16/2026</a:t>
            </a:fld>
            <a:endParaRPr lang="en-US"/>
          </a:p>
        </p:txBody>
      </p:sp>
      <p:sp>
        <p:nvSpPr>
          <p:cNvPr id="5" name="Footer Placeholder 4">
            <a:extLst>
              <a:ext uri="{FF2B5EF4-FFF2-40B4-BE49-F238E27FC236}">
                <a16:creationId xmlns:a16="http://schemas.microsoft.com/office/drawing/2014/main" id="{D960D068-2971-1447-E4FA-C01D42326C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2BFB7F5-5505-1824-0B0C-B46E01C18D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2399BC8-022D-4AE8-B613-CA7C339BDBFE}" type="slidenum">
              <a:rPr lang="en-US" smtClean="0"/>
              <a:t>‹#›</a:t>
            </a:fld>
            <a:endParaRPr lang="en-US"/>
          </a:p>
        </p:txBody>
      </p:sp>
    </p:spTree>
    <p:extLst>
      <p:ext uri="{BB962C8B-B14F-4D97-AF65-F5344CB8AC3E}">
        <p14:creationId xmlns:p14="http://schemas.microsoft.com/office/powerpoint/2010/main" val="30685439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cmu-delphi.github.io/delphi-epidata/api/covidcast-signals/nssp.html"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s://www.cdc.gov/wastewater/about/data-methods.html"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22B1F-060B-A0DE-C4E6-9E9802E9F610}"/>
              </a:ext>
            </a:extLst>
          </p:cNvPr>
          <p:cNvSpPr>
            <a:spLocks noGrp="1"/>
          </p:cNvSpPr>
          <p:nvPr>
            <p:ph type="ctrTitle"/>
          </p:nvPr>
        </p:nvSpPr>
        <p:spPr/>
        <p:txBody>
          <a:bodyPr>
            <a:normAutofit/>
          </a:bodyPr>
          <a:lstStyle/>
          <a:p>
            <a:r>
              <a:rPr lang="en-US" b="1" dirty="0">
                <a:solidFill>
                  <a:srgbClr val="7030A0"/>
                </a:solidFill>
                <a:latin typeface="Arial" panose="020B0604020202020204" pitchFamily="34" charset="0"/>
                <a:cs typeface="Arial" panose="020B0604020202020204" pitchFamily="34" charset="0"/>
              </a:rPr>
              <a:t>Activity 05: Incremental Revisions</a:t>
            </a:r>
          </a:p>
        </p:txBody>
      </p:sp>
      <p:sp>
        <p:nvSpPr>
          <p:cNvPr id="3" name="Subtitle 2">
            <a:extLst>
              <a:ext uri="{FF2B5EF4-FFF2-40B4-BE49-F238E27FC236}">
                <a16:creationId xmlns:a16="http://schemas.microsoft.com/office/drawing/2014/main" id="{39A4178C-AE0F-47AF-7BE9-B86991376138}"/>
              </a:ext>
            </a:extLst>
          </p:cNvPr>
          <p:cNvSpPr>
            <a:spLocks noGrp="1"/>
          </p:cNvSpPr>
          <p:nvPr>
            <p:ph type="subTitle" idx="1"/>
          </p:nvPr>
        </p:nvSpPr>
        <p:spPr>
          <a:xfrm>
            <a:off x="1524000" y="3949129"/>
            <a:ext cx="9144000" cy="1655762"/>
          </a:xfrm>
        </p:spPr>
        <p:txBody>
          <a:bodyPr/>
          <a:lstStyle/>
          <a:p>
            <a:r>
              <a:rPr lang="en-US" dirty="0">
                <a:latin typeface="Arial" panose="020B0604020202020204" pitchFamily="34" charset="0"/>
                <a:cs typeface="Arial" panose="020B0604020202020204" pitchFamily="34" charset="0"/>
              </a:rPr>
              <a:t>SISMID Lab</a:t>
            </a:r>
          </a:p>
          <a:p>
            <a:r>
              <a:rPr lang="en-US" dirty="0">
                <a:latin typeface="Arial" panose="020B0604020202020204" pitchFamily="34" charset="0"/>
                <a:cs typeface="Arial" panose="020B0604020202020204" pitchFamily="34" charset="0"/>
              </a:rPr>
              <a:t>July 22 through July 24, 2026</a:t>
            </a:r>
          </a:p>
          <a:p>
            <a:r>
              <a:rPr lang="en-US" dirty="0">
                <a:latin typeface="Arial" panose="020B0604020202020204" pitchFamily="34" charset="0"/>
                <a:cs typeface="Arial" panose="020B0604020202020204" pitchFamily="34" charset="0"/>
              </a:rPr>
              <a:t>A Human – AI Teaming Approach to Infectious Disease Modeling</a:t>
            </a:r>
          </a:p>
          <a:p>
            <a:endParaRPr lang="en-US" dirty="0"/>
          </a:p>
        </p:txBody>
      </p:sp>
    </p:spTree>
    <p:extLst>
      <p:ext uri="{BB962C8B-B14F-4D97-AF65-F5344CB8AC3E}">
        <p14:creationId xmlns:p14="http://schemas.microsoft.com/office/powerpoint/2010/main" val="3687666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AF726-9E5F-AB57-6346-7512C1C4766C}"/>
            </a:ext>
          </a:extLst>
        </p:cNvPr>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2ECF0019-CF23-77D6-BD88-212E5205DAB5}"/>
              </a:ext>
            </a:extLst>
          </p:cNvPr>
          <p:cNvSpPr/>
          <p:nvPr/>
        </p:nvSpPr>
        <p:spPr>
          <a:xfrm>
            <a:off x="3490452" y="1648286"/>
            <a:ext cx="7859480" cy="185912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a:extLst>
              <a:ext uri="{FF2B5EF4-FFF2-40B4-BE49-F238E27FC236}">
                <a16:creationId xmlns:a16="http://schemas.microsoft.com/office/drawing/2014/main" id="{B7EA35B4-F3D9-B1C0-0C84-8C0BA15E8932}"/>
              </a:ext>
            </a:extLst>
          </p:cNvPr>
          <p:cNvSpPr/>
          <p:nvPr/>
        </p:nvSpPr>
        <p:spPr>
          <a:xfrm>
            <a:off x="914400" y="241088"/>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General Housekeeping</a:t>
            </a:r>
            <a:endParaRPr lang="en-US" sz="4400" dirty="0">
              <a:solidFill>
                <a:srgbClr val="7030A0"/>
              </a:solidFill>
              <a:latin typeface="Arial" panose="020B0604020202020204" pitchFamily="34" charset="0"/>
              <a:cs typeface="Arial" panose="020B0604020202020204" pitchFamily="34" charset="0"/>
            </a:endParaRPr>
          </a:p>
        </p:txBody>
      </p:sp>
      <p:pic>
        <p:nvPicPr>
          <p:cNvPr id="9" name="Picture 8" descr="Your Turn Rubber Stamp Royalty Free SVG, Cliparts, Vectors, and Stock  Illustration. Image 68258628.">
            <a:extLst>
              <a:ext uri="{FF2B5EF4-FFF2-40B4-BE49-F238E27FC236}">
                <a16:creationId xmlns:a16="http://schemas.microsoft.com/office/drawing/2014/main" id="{F562BAD3-807E-90DC-48DF-6ED897587C4B}"/>
              </a:ext>
            </a:extLst>
          </p:cNvPr>
          <p:cNvPicPr>
            <a:picLocks noChangeAspect="1"/>
          </p:cNvPicPr>
          <p:nvPr/>
        </p:nvPicPr>
        <p:blipFill>
          <a:blip r:embed="rId3"/>
          <a:stretch>
            <a:fillRect/>
          </a:stretch>
        </p:blipFill>
        <p:spPr>
          <a:xfrm>
            <a:off x="906283" y="4050568"/>
            <a:ext cx="2111552" cy="2111552"/>
          </a:xfrm>
          <a:prstGeom prst="rect">
            <a:avLst/>
          </a:prstGeom>
        </p:spPr>
      </p:pic>
      <p:pic>
        <p:nvPicPr>
          <p:cNvPr id="11" name="Graphic 10" descr="Presentation with pie chart with solid fill">
            <a:extLst>
              <a:ext uri="{FF2B5EF4-FFF2-40B4-BE49-F238E27FC236}">
                <a16:creationId xmlns:a16="http://schemas.microsoft.com/office/drawing/2014/main" id="{62747D9E-0CD4-F48E-D4EB-111C3643B6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4068" y="1522947"/>
            <a:ext cx="2182761" cy="2182761"/>
          </a:xfrm>
          <a:prstGeom prst="rect">
            <a:avLst/>
          </a:prstGeom>
        </p:spPr>
      </p:pic>
      <p:sp>
        <p:nvSpPr>
          <p:cNvPr id="12" name="TextBox 11">
            <a:extLst>
              <a:ext uri="{FF2B5EF4-FFF2-40B4-BE49-F238E27FC236}">
                <a16:creationId xmlns:a16="http://schemas.microsoft.com/office/drawing/2014/main" id="{14345B43-4698-0CF1-9CCC-C922B37C6628}"/>
              </a:ext>
            </a:extLst>
          </p:cNvPr>
          <p:cNvSpPr txBox="1"/>
          <p:nvPr/>
        </p:nvSpPr>
        <p:spPr>
          <a:xfrm>
            <a:off x="3702112" y="1761564"/>
            <a:ext cx="7446534" cy="1631216"/>
          </a:xfrm>
          <a:prstGeom prst="rect">
            <a:avLst/>
          </a:prstGeom>
          <a:noFill/>
        </p:spPr>
        <p:txBody>
          <a:bodyPr wrap="square" rtlCol="0">
            <a:spAutoFit/>
          </a:bodyPr>
          <a:lstStyle/>
          <a:p>
            <a:r>
              <a:rPr lang="en-US" sz="2500" dirty="0">
                <a:latin typeface="Arial" panose="020B0604020202020204" pitchFamily="34" charset="0"/>
                <a:cs typeface="Arial" panose="020B0604020202020204" pitchFamily="34" charset="0"/>
              </a:rPr>
              <a:t>Any slide with this icon contains the </a:t>
            </a:r>
            <a:r>
              <a:rPr lang="en-US" sz="2500" b="1" dirty="0">
                <a:latin typeface="Arial" panose="020B0604020202020204" pitchFamily="34" charset="0"/>
                <a:cs typeface="Arial" panose="020B0604020202020204" pitchFamily="34" charset="0"/>
              </a:rPr>
              <a:t>overview</a:t>
            </a:r>
            <a:r>
              <a:rPr lang="en-US" sz="2500" dirty="0">
                <a:latin typeface="Arial" panose="020B0604020202020204" pitchFamily="34" charset="0"/>
                <a:cs typeface="Arial" panose="020B0604020202020204" pitchFamily="34" charset="0"/>
              </a:rPr>
              <a:t> and </a:t>
            </a:r>
          </a:p>
          <a:p>
            <a:r>
              <a:rPr lang="en-US" sz="2500" b="1" dirty="0">
                <a:latin typeface="Arial" panose="020B0604020202020204" pitchFamily="34" charset="0"/>
                <a:cs typeface="Arial" panose="020B0604020202020204" pitchFamily="34" charset="0"/>
              </a:rPr>
              <a:t>expected outputs</a:t>
            </a:r>
            <a:r>
              <a:rPr lang="en-US" sz="2500" dirty="0">
                <a:latin typeface="Arial" panose="020B0604020202020204" pitchFamily="34" charset="0"/>
                <a:cs typeface="Arial" panose="020B0604020202020204" pitchFamily="34" charset="0"/>
              </a:rPr>
              <a:t> for the included tasks. All outputs listed on these slides should be uploaded to the course GitHub repository for review.</a:t>
            </a:r>
          </a:p>
        </p:txBody>
      </p:sp>
      <p:sp>
        <p:nvSpPr>
          <p:cNvPr id="15" name="Rectangle: Rounded Corners 14">
            <a:extLst>
              <a:ext uri="{FF2B5EF4-FFF2-40B4-BE49-F238E27FC236}">
                <a16:creationId xmlns:a16="http://schemas.microsoft.com/office/drawing/2014/main" id="{78FD0BD9-3A02-3B90-E88E-E7D65070D184}"/>
              </a:ext>
            </a:extLst>
          </p:cNvPr>
          <p:cNvSpPr/>
          <p:nvPr/>
        </p:nvSpPr>
        <p:spPr>
          <a:xfrm>
            <a:off x="3490452" y="4165550"/>
            <a:ext cx="7859480" cy="185912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746E982-51E2-2726-1C8C-4712524F1BCB}"/>
              </a:ext>
            </a:extLst>
          </p:cNvPr>
          <p:cNvSpPr txBox="1"/>
          <p:nvPr/>
        </p:nvSpPr>
        <p:spPr>
          <a:xfrm>
            <a:off x="3702111" y="4254038"/>
            <a:ext cx="7573774" cy="1631216"/>
          </a:xfrm>
          <a:prstGeom prst="rect">
            <a:avLst/>
          </a:prstGeom>
          <a:noFill/>
        </p:spPr>
        <p:txBody>
          <a:bodyPr wrap="square" rtlCol="0">
            <a:spAutoFit/>
          </a:bodyPr>
          <a:lstStyle/>
          <a:p>
            <a:r>
              <a:rPr lang="en-US" sz="2500">
                <a:latin typeface="Arial" panose="020B0604020202020204" pitchFamily="34" charset="0"/>
                <a:cs typeface="Arial" panose="020B0604020202020204" pitchFamily="34" charset="0"/>
              </a:rPr>
              <a:t>Any slide with this icon indicates that it is </a:t>
            </a:r>
            <a:r>
              <a:rPr lang="en-US" sz="2500" b="1">
                <a:latin typeface="Arial" panose="020B0604020202020204" pitchFamily="34" charset="0"/>
                <a:cs typeface="Arial" panose="020B0604020202020204" pitchFamily="34" charset="0"/>
              </a:rPr>
              <a:t>time to complete a hands-on activity</a:t>
            </a:r>
            <a:r>
              <a:rPr lang="en-US" sz="2500">
                <a:latin typeface="Arial" panose="020B0604020202020204" pitchFamily="34" charset="0"/>
                <a:cs typeface="Arial" panose="020B0604020202020204" pitchFamily="34" charset="0"/>
              </a:rPr>
              <a:t>. Carefully follow the instructions provided, complete the required task, and verify your results. </a:t>
            </a:r>
          </a:p>
        </p:txBody>
      </p:sp>
    </p:spTree>
    <p:extLst>
      <p:ext uri="{BB962C8B-B14F-4D97-AF65-F5344CB8AC3E}">
        <p14:creationId xmlns:p14="http://schemas.microsoft.com/office/powerpoint/2010/main" val="1833375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2" grpId="0"/>
      <p:bldP spid="15" grpId="0" animBg="1"/>
      <p:bldP spid="1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80B55-68AE-8821-5B95-140FD9B77886}"/>
            </a:ext>
          </a:extLst>
        </p:cNvPr>
        <p:cNvGrpSpPr/>
        <p:nvPr/>
      </p:nvGrpSpPr>
      <p:grpSpPr>
        <a:xfrm>
          <a:off x="0" y="0"/>
          <a:ext cx="0" cy="0"/>
          <a:chOff x="0" y="0"/>
          <a:chExt cx="0" cy="0"/>
        </a:xfrm>
      </p:grpSpPr>
      <p:sp>
        <p:nvSpPr>
          <p:cNvPr id="84" name="Shape 33">
            <a:extLst>
              <a:ext uri="{FF2B5EF4-FFF2-40B4-BE49-F238E27FC236}">
                <a16:creationId xmlns:a16="http://schemas.microsoft.com/office/drawing/2014/main" id="{457AC859-6DCC-BE97-86ED-E048D25F6114}"/>
              </a:ext>
            </a:extLst>
          </p:cNvPr>
          <p:cNvSpPr/>
          <p:nvPr/>
        </p:nvSpPr>
        <p:spPr>
          <a:xfrm>
            <a:off x="8504904" y="5684434"/>
            <a:ext cx="3134" cy="587047"/>
          </a:xfrm>
          <a:prstGeom prst="line">
            <a:avLst/>
          </a:prstGeom>
          <a:noFill/>
          <a:ln w="19050">
            <a:solidFill>
              <a:srgbClr val="FF6B35"/>
            </a:solidFill>
            <a:prstDash val="solid"/>
          </a:ln>
        </p:spPr>
        <p:txBody>
          <a:bodyPr/>
          <a:lstStyle/>
          <a:p>
            <a:endParaRPr lang="en-US"/>
          </a:p>
        </p:txBody>
      </p:sp>
      <p:sp>
        <p:nvSpPr>
          <p:cNvPr id="3" name="Shape 1">
            <a:extLst>
              <a:ext uri="{FF2B5EF4-FFF2-40B4-BE49-F238E27FC236}">
                <a16:creationId xmlns:a16="http://schemas.microsoft.com/office/drawing/2014/main" id="{0F907A02-70CC-B6B4-834F-E13C5C0C9F64}"/>
              </a:ext>
            </a:extLst>
          </p:cNvPr>
          <p:cNvSpPr/>
          <p:nvPr/>
        </p:nvSpPr>
        <p:spPr>
          <a:xfrm>
            <a:off x="1549204" y="1844692"/>
            <a:ext cx="9144000" cy="145908"/>
          </a:xfrm>
          <a:prstGeom prst="rect">
            <a:avLst/>
          </a:prstGeom>
          <a:solidFill>
            <a:schemeClr val="accent5">
              <a:lumMod val="20000"/>
              <a:lumOff val="80000"/>
            </a:schemeClr>
          </a:solidFill>
          <a:ln/>
        </p:spPr>
        <p:txBody>
          <a:bodyPr/>
          <a:lstStyle/>
          <a:p>
            <a:endParaRPr lang="en-US"/>
          </a:p>
        </p:txBody>
      </p:sp>
      <p:sp>
        <p:nvSpPr>
          <p:cNvPr id="2" name="Text 0">
            <a:extLst>
              <a:ext uri="{FF2B5EF4-FFF2-40B4-BE49-F238E27FC236}">
                <a16:creationId xmlns:a16="http://schemas.microsoft.com/office/drawing/2014/main" id="{746C188A-C9F6-6784-D3D3-0D7D242B35ED}"/>
              </a:ext>
            </a:extLst>
          </p:cNvPr>
          <p:cNvSpPr/>
          <p:nvPr/>
        </p:nvSpPr>
        <p:spPr>
          <a:xfrm>
            <a:off x="890016" y="280416"/>
            <a:ext cx="10363200"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ea typeface="Trebuchet MS" pitchFamily="34" charset="-122"/>
                <a:cs typeface="Arial" panose="020B0604020202020204" pitchFamily="34" charset="0"/>
              </a:rPr>
              <a:t>Lab Timeline</a:t>
            </a:r>
            <a:endParaRPr lang="en-US" sz="4267" dirty="0">
              <a:solidFill>
                <a:srgbClr val="7030A0"/>
              </a:solidFill>
              <a:latin typeface="Arial" panose="020B0604020202020204" pitchFamily="34" charset="0"/>
              <a:cs typeface="Arial" panose="020B0604020202020204" pitchFamily="34" charset="0"/>
            </a:endParaRPr>
          </a:p>
        </p:txBody>
      </p:sp>
      <p:sp>
        <p:nvSpPr>
          <p:cNvPr id="4" name="Shape 2">
            <a:extLst>
              <a:ext uri="{FF2B5EF4-FFF2-40B4-BE49-F238E27FC236}">
                <a16:creationId xmlns:a16="http://schemas.microsoft.com/office/drawing/2014/main" id="{0CD24C60-8CD2-2C8E-9716-09CAE25048C8}"/>
              </a:ext>
            </a:extLst>
          </p:cNvPr>
          <p:cNvSpPr/>
          <p:nvPr/>
        </p:nvSpPr>
        <p:spPr>
          <a:xfrm>
            <a:off x="2383304" y="1703897"/>
            <a:ext cx="451104" cy="465963"/>
          </a:xfrm>
          <a:prstGeom prst="ellipse">
            <a:avLst/>
          </a:prstGeom>
          <a:solidFill>
            <a:schemeClr val="accent2"/>
          </a:solidFill>
          <a:ln/>
        </p:spPr>
        <p:txBody>
          <a:bodyPr/>
          <a:lstStyle/>
          <a:p>
            <a:endParaRPr lang="en-US"/>
          </a:p>
        </p:txBody>
      </p:sp>
      <p:sp>
        <p:nvSpPr>
          <p:cNvPr id="36" name="Shape 2">
            <a:extLst>
              <a:ext uri="{FF2B5EF4-FFF2-40B4-BE49-F238E27FC236}">
                <a16:creationId xmlns:a16="http://schemas.microsoft.com/office/drawing/2014/main" id="{919A4B9F-A65A-1733-6D2E-588A119EA19C}"/>
              </a:ext>
            </a:extLst>
          </p:cNvPr>
          <p:cNvSpPr/>
          <p:nvPr/>
        </p:nvSpPr>
        <p:spPr>
          <a:xfrm>
            <a:off x="4737916" y="1689580"/>
            <a:ext cx="451104" cy="465963"/>
          </a:xfrm>
          <a:prstGeom prst="ellipse">
            <a:avLst/>
          </a:prstGeom>
          <a:solidFill>
            <a:schemeClr val="accent2"/>
          </a:solidFill>
          <a:ln/>
        </p:spPr>
        <p:txBody>
          <a:bodyPr/>
          <a:lstStyle/>
          <a:p>
            <a:endParaRPr lang="en-US"/>
          </a:p>
        </p:txBody>
      </p:sp>
      <p:sp>
        <p:nvSpPr>
          <p:cNvPr id="62" name="Shape 2">
            <a:extLst>
              <a:ext uri="{FF2B5EF4-FFF2-40B4-BE49-F238E27FC236}">
                <a16:creationId xmlns:a16="http://schemas.microsoft.com/office/drawing/2014/main" id="{E1455AB2-15A8-F5AE-5130-665283EA9BD5}"/>
              </a:ext>
            </a:extLst>
          </p:cNvPr>
          <p:cNvSpPr/>
          <p:nvPr/>
        </p:nvSpPr>
        <p:spPr>
          <a:xfrm>
            <a:off x="7068148" y="1687103"/>
            <a:ext cx="451104" cy="465963"/>
          </a:xfrm>
          <a:prstGeom prst="ellipse">
            <a:avLst/>
          </a:prstGeom>
          <a:solidFill>
            <a:schemeClr val="accent2"/>
          </a:solidFill>
          <a:ln/>
        </p:spPr>
        <p:txBody>
          <a:bodyPr/>
          <a:lstStyle/>
          <a:p>
            <a:endParaRPr lang="en-US"/>
          </a:p>
        </p:txBody>
      </p:sp>
      <p:sp>
        <p:nvSpPr>
          <p:cNvPr id="63" name="Shape 2">
            <a:extLst>
              <a:ext uri="{FF2B5EF4-FFF2-40B4-BE49-F238E27FC236}">
                <a16:creationId xmlns:a16="http://schemas.microsoft.com/office/drawing/2014/main" id="{A9364971-3E90-46A2-2ED2-FDEF5AE837CB}"/>
              </a:ext>
            </a:extLst>
          </p:cNvPr>
          <p:cNvSpPr/>
          <p:nvPr/>
        </p:nvSpPr>
        <p:spPr>
          <a:xfrm>
            <a:off x="9447140" y="1697389"/>
            <a:ext cx="451104" cy="465963"/>
          </a:xfrm>
          <a:prstGeom prst="ellipse">
            <a:avLst/>
          </a:prstGeom>
          <a:solidFill>
            <a:schemeClr val="accent2"/>
          </a:solidFill>
          <a:ln/>
        </p:spPr>
        <p:txBody>
          <a:bodyPr/>
          <a:lstStyle/>
          <a:p>
            <a:endParaRPr lang="en-US"/>
          </a:p>
        </p:txBody>
      </p:sp>
      <p:sp>
        <p:nvSpPr>
          <p:cNvPr id="83" name="Text 32">
            <a:extLst>
              <a:ext uri="{FF2B5EF4-FFF2-40B4-BE49-F238E27FC236}">
                <a16:creationId xmlns:a16="http://schemas.microsoft.com/office/drawing/2014/main" id="{0CC4D98A-E089-7C28-0A6C-876F927952EC}"/>
              </a:ext>
            </a:extLst>
          </p:cNvPr>
          <p:cNvSpPr/>
          <p:nvPr/>
        </p:nvSpPr>
        <p:spPr>
          <a:xfrm>
            <a:off x="7880275" y="6149561"/>
            <a:ext cx="1243964" cy="365760"/>
          </a:xfrm>
          <a:prstGeom prst="rect">
            <a:avLst/>
          </a:prstGeom>
          <a:noFill/>
          <a:ln/>
        </p:spPr>
        <p:txBody>
          <a:bodyPr wrap="square" lIns="0" tIns="0" rIns="0" bIns="0" rtlCol="0" anchor="ctr"/>
          <a:lstStyle/>
          <a:p>
            <a:pPr algn="ctr"/>
            <a:r>
              <a:rPr lang="en-US" sz="1500" b="1" dirty="0">
                <a:solidFill>
                  <a:srgbClr val="FF6B35"/>
                </a:solidFill>
                <a:latin typeface="Arial" panose="020B0604020202020204" pitchFamily="34" charset="0"/>
                <a:ea typeface="Calibri" pitchFamily="34" charset="-122"/>
                <a:cs typeface="Arial" panose="020B0604020202020204" pitchFamily="34" charset="0"/>
              </a:rPr>
              <a:t>We are here</a:t>
            </a:r>
            <a:endParaRPr lang="en-US" sz="1500" dirty="0">
              <a:latin typeface="Arial" panose="020B0604020202020204" pitchFamily="34" charset="0"/>
              <a:cs typeface="Arial" panose="020B0604020202020204" pitchFamily="34" charset="0"/>
            </a:endParaRPr>
          </a:p>
        </p:txBody>
      </p:sp>
      <p:sp>
        <p:nvSpPr>
          <p:cNvPr id="9" name="Shape 3">
            <a:extLst>
              <a:ext uri="{FF2B5EF4-FFF2-40B4-BE49-F238E27FC236}">
                <a16:creationId xmlns:a16="http://schemas.microsoft.com/office/drawing/2014/main" id="{26B49BA8-C354-79A2-945B-978B75512156}"/>
              </a:ext>
            </a:extLst>
          </p:cNvPr>
          <p:cNvSpPr/>
          <p:nvPr/>
        </p:nvSpPr>
        <p:spPr>
          <a:xfrm>
            <a:off x="1603016" y="2394809"/>
            <a:ext cx="2011680" cy="2348421"/>
          </a:xfrm>
          <a:prstGeom prst="rect">
            <a:avLst/>
          </a:prstGeom>
          <a:solidFill>
            <a:srgbClr val="E8F4F8"/>
          </a:solidFill>
          <a:ln>
            <a:solidFill>
              <a:srgbClr val="FFF4EC"/>
            </a:solidFill>
          </a:ln>
          <a:effectLst>
            <a:outerShdw blurRad="50800" dist="25400" dir="8100000" algn="bl" rotWithShape="0">
              <a:srgbClr val="000000">
                <a:alpha val="10000"/>
              </a:srgbClr>
            </a:outerShdw>
          </a:effectLst>
        </p:spPr>
        <p:txBody>
          <a:bodyPr/>
          <a:lstStyle/>
          <a:p>
            <a:endParaRPr lang="en-US"/>
          </a:p>
        </p:txBody>
      </p:sp>
      <p:sp>
        <p:nvSpPr>
          <p:cNvPr id="10" name="Text 4">
            <a:extLst>
              <a:ext uri="{FF2B5EF4-FFF2-40B4-BE49-F238E27FC236}">
                <a16:creationId xmlns:a16="http://schemas.microsoft.com/office/drawing/2014/main" id="{DB31A114-939A-4179-1E5F-E2DC4AD5E50B}"/>
              </a:ext>
            </a:extLst>
          </p:cNvPr>
          <p:cNvSpPr/>
          <p:nvPr/>
        </p:nvSpPr>
        <p:spPr>
          <a:xfrm>
            <a:off x="1700552" y="2474660"/>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1</a:t>
            </a:r>
            <a:endParaRPr lang="en-US" sz="1467" dirty="0">
              <a:latin typeface="Arial" panose="020B0604020202020204" pitchFamily="34" charset="0"/>
              <a:cs typeface="Arial" panose="020B0604020202020204" pitchFamily="34" charset="0"/>
            </a:endParaRPr>
          </a:p>
        </p:txBody>
      </p:sp>
      <p:sp>
        <p:nvSpPr>
          <p:cNvPr id="11" name="Text 5">
            <a:extLst>
              <a:ext uri="{FF2B5EF4-FFF2-40B4-BE49-F238E27FC236}">
                <a16:creationId xmlns:a16="http://schemas.microsoft.com/office/drawing/2014/main" id="{CB6F49E5-F2BC-E24D-9EAF-6832B079F7E6}"/>
              </a:ext>
            </a:extLst>
          </p:cNvPr>
          <p:cNvSpPr/>
          <p:nvPr/>
        </p:nvSpPr>
        <p:spPr>
          <a:xfrm>
            <a:off x="1700552" y="2931477"/>
            <a:ext cx="1828800" cy="426720"/>
          </a:xfrm>
          <a:prstGeom prst="rect">
            <a:avLst/>
          </a:prstGeom>
          <a:noFill/>
          <a:ln/>
        </p:spPr>
        <p:txBody>
          <a:bodyPr wrap="square" lIns="0" tIns="0" rIns="0" bIns="0" rtlCol="0" anchor="ctr"/>
          <a:lstStyle/>
          <a:p>
            <a:r>
              <a:rPr lang="en-US" sz="1730" b="1" dirty="0">
                <a:solidFill>
                  <a:srgbClr val="0B2545"/>
                </a:solidFill>
                <a:latin typeface="Arial" panose="020B0604020202020204" pitchFamily="34" charset="0"/>
                <a:ea typeface="Trebuchet MS" pitchFamily="34" charset="-122"/>
                <a:cs typeface="Arial" panose="020B0604020202020204" pitchFamily="34" charset="0"/>
              </a:rPr>
              <a:t>Data Cleaning &amp;</a:t>
            </a:r>
          </a:p>
          <a:p>
            <a:r>
              <a:rPr lang="en-US" sz="1730" b="1" dirty="0">
                <a:solidFill>
                  <a:srgbClr val="0B2545"/>
                </a:solidFill>
                <a:latin typeface="Arial" panose="020B0604020202020204" pitchFamily="34" charset="0"/>
                <a:cs typeface="Arial" panose="020B0604020202020204" pitchFamily="34" charset="0"/>
              </a:rPr>
              <a:t>Visuals</a:t>
            </a:r>
            <a:endParaRPr lang="en-US" sz="1730" dirty="0">
              <a:latin typeface="Arial" panose="020B0604020202020204" pitchFamily="34" charset="0"/>
              <a:cs typeface="Arial" panose="020B0604020202020204" pitchFamily="34" charset="0"/>
            </a:endParaRPr>
          </a:p>
        </p:txBody>
      </p:sp>
      <p:sp>
        <p:nvSpPr>
          <p:cNvPr id="12" name="Shape 6">
            <a:extLst>
              <a:ext uri="{FF2B5EF4-FFF2-40B4-BE49-F238E27FC236}">
                <a16:creationId xmlns:a16="http://schemas.microsoft.com/office/drawing/2014/main" id="{7C3B5751-C997-DA00-49B7-6D30F54EF177}"/>
              </a:ext>
            </a:extLst>
          </p:cNvPr>
          <p:cNvSpPr/>
          <p:nvPr/>
        </p:nvSpPr>
        <p:spPr>
          <a:xfrm>
            <a:off x="1681053" y="3431195"/>
            <a:ext cx="975360" cy="36576"/>
          </a:xfrm>
          <a:prstGeom prst="rect">
            <a:avLst/>
          </a:prstGeom>
          <a:solidFill>
            <a:srgbClr val="13678A"/>
          </a:solidFill>
          <a:ln/>
        </p:spPr>
        <p:txBody>
          <a:bodyPr/>
          <a:lstStyle/>
          <a:p>
            <a:endParaRPr lang="en-US"/>
          </a:p>
        </p:txBody>
      </p:sp>
      <p:sp>
        <p:nvSpPr>
          <p:cNvPr id="13" name="Shape 3">
            <a:extLst>
              <a:ext uri="{FF2B5EF4-FFF2-40B4-BE49-F238E27FC236}">
                <a16:creationId xmlns:a16="http://schemas.microsoft.com/office/drawing/2014/main" id="{C21E81B3-7C7B-AFF3-2CD7-D838E99DBDB8}"/>
              </a:ext>
            </a:extLst>
          </p:cNvPr>
          <p:cNvSpPr/>
          <p:nvPr/>
        </p:nvSpPr>
        <p:spPr>
          <a:xfrm>
            <a:off x="3957628" y="2394809"/>
            <a:ext cx="2011680" cy="2348421"/>
          </a:xfrm>
          <a:prstGeom prst="rect">
            <a:avLst/>
          </a:prstGeom>
          <a:solidFill>
            <a:srgbClr val="DCEAF7"/>
          </a:solidFill>
          <a:ln>
            <a:solidFill>
              <a:srgbClr val="E8F8F0"/>
            </a:solidFill>
          </a:ln>
          <a:effectLst>
            <a:outerShdw blurRad="50800" dist="25400" dir="8100000" algn="bl" rotWithShape="0">
              <a:srgbClr val="000000">
                <a:alpha val="10000"/>
              </a:srgbClr>
            </a:outerShdw>
          </a:effectLst>
        </p:spPr>
        <p:txBody>
          <a:bodyPr/>
          <a:lstStyle/>
          <a:p>
            <a:endParaRPr lang="en-US"/>
          </a:p>
        </p:txBody>
      </p:sp>
      <p:sp>
        <p:nvSpPr>
          <p:cNvPr id="14" name="Text 4">
            <a:extLst>
              <a:ext uri="{FF2B5EF4-FFF2-40B4-BE49-F238E27FC236}">
                <a16:creationId xmlns:a16="http://schemas.microsoft.com/office/drawing/2014/main" id="{6BC8BA95-75D2-7609-33F3-36316F5BAD5E}"/>
              </a:ext>
            </a:extLst>
          </p:cNvPr>
          <p:cNvSpPr/>
          <p:nvPr/>
        </p:nvSpPr>
        <p:spPr>
          <a:xfrm>
            <a:off x="4055164" y="2494284"/>
            <a:ext cx="1828800" cy="365760"/>
          </a:xfrm>
          <a:prstGeom prst="rect">
            <a:avLst/>
          </a:prstGeom>
          <a:noFill/>
          <a:ln/>
        </p:spPr>
        <p:txBody>
          <a:bodyPr wrap="square" lIns="0" tIns="0" rIns="0" bIns="0" rtlCol="0" anchor="ctr"/>
          <a:lstStyle/>
          <a:p>
            <a:r>
              <a:rPr lang="en-US" sz="1467" b="1" dirty="0">
                <a:solidFill>
                  <a:srgbClr val="13678A"/>
                </a:solidFill>
                <a:latin typeface="Trebuchet MS" pitchFamily="34" charset="0"/>
                <a:ea typeface="Trebuchet MS" pitchFamily="34" charset="-122"/>
                <a:cs typeface="Trebuchet MS" pitchFamily="34" charset="-120"/>
              </a:rPr>
              <a:t>Activity 2</a:t>
            </a:r>
            <a:endParaRPr lang="en-US" sz="1467" dirty="0"/>
          </a:p>
        </p:txBody>
      </p:sp>
      <p:sp>
        <p:nvSpPr>
          <p:cNvPr id="15" name="Text 5">
            <a:extLst>
              <a:ext uri="{FF2B5EF4-FFF2-40B4-BE49-F238E27FC236}">
                <a16:creationId xmlns:a16="http://schemas.microsoft.com/office/drawing/2014/main" id="{3CE34AAD-E68C-14CB-418A-0DC41D057032}"/>
              </a:ext>
            </a:extLst>
          </p:cNvPr>
          <p:cNvSpPr/>
          <p:nvPr/>
        </p:nvSpPr>
        <p:spPr>
          <a:xfrm>
            <a:off x="4055164" y="2882490"/>
            <a:ext cx="1828800" cy="426720"/>
          </a:xfrm>
          <a:prstGeom prst="rect">
            <a:avLst/>
          </a:prstGeom>
          <a:noFill/>
          <a:ln/>
        </p:spPr>
        <p:txBody>
          <a:bodyPr wrap="square" lIns="0" tIns="0" rIns="0" bIns="0" rtlCol="0" anchor="ctr"/>
          <a:lstStyle/>
          <a:p>
            <a:r>
              <a:rPr lang="en-US" sz="1730" b="1" dirty="0">
                <a:solidFill>
                  <a:srgbClr val="0B2545"/>
                </a:solidFill>
                <a:latin typeface="Arial" panose="020B0604020202020204" pitchFamily="34" charset="0"/>
                <a:ea typeface="Trebuchet MS" pitchFamily="34" charset="-122"/>
                <a:cs typeface="Arial" panose="020B0604020202020204" pitchFamily="34" charset="0"/>
              </a:rPr>
              <a:t>Data </a:t>
            </a:r>
          </a:p>
          <a:p>
            <a:r>
              <a:rPr lang="en-US" sz="1730" b="1" dirty="0">
                <a:solidFill>
                  <a:srgbClr val="0B2545"/>
                </a:solidFill>
                <a:latin typeface="Arial" panose="020B0604020202020204" pitchFamily="34" charset="0"/>
                <a:ea typeface="Trebuchet MS" pitchFamily="34" charset="-122"/>
                <a:cs typeface="Arial" panose="020B0604020202020204" pitchFamily="34" charset="0"/>
              </a:rPr>
              <a:t>Exploration</a:t>
            </a:r>
            <a:endParaRPr lang="en-US" sz="1730" dirty="0">
              <a:latin typeface="Arial" panose="020B0604020202020204" pitchFamily="34" charset="0"/>
              <a:cs typeface="Arial" panose="020B0604020202020204" pitchFamily="34" charset="0"/>
            </a:endParaRPr>
          </a:p>
        </p:txBody>
      </p:sp>
      <p:sp>
        <p:nvSpPr>
          <p:cNvPr id="16" name="Shape 6">
            <a:extLst>
              <a:ext uri="{FF2B5EF4-FFF2-40B4-BE49-F238E27FC236}">
                <a16:creationId xmlns:a16="http://schemas.microsoft.com/office/drawing/2014/main" id="{7CD335F5-09E1-FAFB-3E6E-7C6C53666821}"/>
              </a:ext>
            </a:extLst>
          </p:cNvPr>
          <p:cNvSpPr/>
          <p:nvPr/>
        </p:nvSpPr>
        <p:spPr>
          <a:xfrm>
            <a:off x="4055164" y="3410621"/>
            <a:ext cx="975360" cy="36576"/>
          </a:xfrm>
          <a:prstGeom prst="rect">
            <a:avLst/>
          </a:prstGeom>
          <a:solidFill>
            <a:srgbClr val="13678A"/>
          </a:solidFill>
          <a:ln/>
        </p:spPr>
        <p:txBody>
          <a:bodyPr/>
          <a:lstStyle/>
          <a:p>
            <a:endParaRPr lang="en-US"/>
          </a:p>
        </p:txBody>
      </p:sp>
      <p:sp>
        <p:nvSpPr>
          <p:cNvPr id="17" name="Shape 3">
            <a:extLst>
              <a:ext uri="{FF2B5EF4-FFF2-40B4-BE49-F238E27FC236}">
                <a16:creationId xmlns:a16="http://schemas.microsoft.com/office/drawing/2014/main" id="{DB19830D-A4CA-FDF7-0E67-B7080F99E228}"/>
              </a:ext>
            </a:extLst>
          </p:cNvPr>
          <p:cNvSpPr/>
          <p:nvPr/>
        </p:nvSpPr>
        <p:spPr>
          <a:xfrm>
            <a:off x="6312240" y="2394809"/>
            <a:ext cx="2011680" cy="2348421"/>
          </a:xfrm>
          <a:prstGeom prst="rect">
            <a:avLst/>
          </a:prstGeom>
          <a:solidFill>
            <a:srgbClr val="F0ECF8"/>
          </a:solidFill>
          <a:ln/>
          <a:effectLst>
            <a:outerShdw blurRad="50800" dist="25400" dir="8100000" algn="bl" rotWithShape="0">
              <a:srgbClr val="000000">
                <a:alpha val="10000"/>
              </a:srgbClr>
            </a:outerShdw>
          </a:effectLst>
        </p:spPr>
        <p:txBody>
          <a:bodyPr/>
          <a:lstStyle/>
          <a:p>
            <a:endParaRPr lang="en-US"/>
          </a:p>
        </p:txBody>
      </p:sp>
      <p:sp>
        <p:nvSpPr>
          <p:cNvPr id="18" name="Text 4">
            <a:extLst>
              <a:ext uri="{FF2B5EF4-FFF2-40B4-BE49-F238E27FC236}">
                <a16:creationId xmlns:a16="http://schemas.microsoft.com/office/drawing/2014/main" id="{7024C291-1FB2-2AB6-8B79-44EB66FCE1DC}"/>
              </a:ext>
            </a:extLst>
          </p:cNvPr>
          <p:cNvSpPr/>
          <p:nvPr/>
        </p:nvSpPr>
        <p:spPr>
          <a:xfrm>
            <a:off x="6403616" y="2474660"/>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3</a:t>
            </a:r>
            <a:endParaRPr lang="en-US" sz="1467" dirty="0">
              <a:latin typeface="Arial" panose="020B0604020202020204" pitchFamily="34" charset="0"/>
              <a:cs typeface="Arial" panose="020B0604020202020204" pitchFamily="34" charset="0"/>
            </a:endParaRPr>
          </a:p>
        </p:txBody>
      </p:sp>
      <p:sp>
        <p:nvSpPr>
          <p:cNvPr id="19" name="Shape 6">
            <a:extLst>
              <a:ext uri="{FF2B5EF4-FFF2-40B4-BE49-F238E27FC236}">
                <a16:creationId xmlns:a16="http://schemas.microsoft.com/office/drawing/2014/main" id="{7CEAD20A-334B-DDA6-7DBB-C3D7AF597E88}"/>
              </a:ext>
            </a:extLst>
          </p:cNvPr>
          <p:cNvSpPr/>
          <p:nvPr/>
        </p:nvSpPr>
        <p:spPr>
          <a:xfrm>
            <a:off x="6409776" y="3416337"/>
            <a:ext cx="975360" cy="36576"/>
          </a:xfrm>
          <a:prstGeom prst="rect">
            <a:avLst/>
          </a:prstGeom>
          <a:solidFill>
            <a:srgbClr val="13678A"/>
          </a:solidFill>
          <a:ln/>
        </p:spPr>
        <p:txBody>
          <a:bodyPr/>
          <a:lstStyle/>
          <a:p>
            <a:endParaRPr lang="en-US"/>
          </a:p>
        </p:txBody>
      </p:sp>
      <p:sp>
        <p:nvSpPr>
          <p:cNvPr id="20" name="Shape 3">
            <a:extLst>
              <a:ext uri="{FF2B5EF4-FFF2-40B4-BE49-F238E27FC236}">
                <a16:creationId xmlns:a16="http://schemas.microsoft.com/office/drawing/2014/main" id="{8297AF3D-B736-2285-27DF-0F8C5325A858}"/>
              </a:ext>
            </a:extLst>
          </p:cNvPr>
          <p:cNvSpPr/>
          <p:nvPr/>
        </p:nvSpPr>
        <p:spPr>
          <a:xfrm>
            <a:off x="8680596" y="2381921"/>
            <a:ext cx="2011680" cy="2371422"/>
          </a:xfrm>
          <a:prstGeom prst="rect">
            <a:avLst/>
          </a:prstGeom>
          <a:solidFill>
            <a:srgbClr val="FFF4EC"/>
          </a:solidFill>
          <a:ln/>
          <a:effectLst>
            <a:outerShdw blurRad="50800" dist="25400" dir="8100000" algn="bl" rotWithShape="0">
              <a:srgbClr val="000000">
                <a:alpha val="10000"/>
              </a:srgbClr>
            </a:outerShdw>
          </a:effectLst>
        </p:spPr>
        <p:txBody>
          <a:bodyPr/>
          <a:lstStyle/>
          <a:p>
            <a:endParaRPr lang="en-US"/>
          </a:p>
        </p:txBody>
      </p:sp>
      <p:sp>
        <p:nvSpPr>
          <p:cNvPr id="21" name="Text 4">
            <a:extLst>
              <a:ext uri="{FF2B5EF4-FFF2-40B4-BE49-F238E27FC236}">
                <a16:creationId xmlns:a16="http://schemas.microsoft.com/office/drawing/2014/main" id="{78B73C53-56DB-B616-D1AE-7682F4C83ED2}"/>
              </a:ext>
            </a:extLst>
          </p:cNvPr>
          <p:cNvSpPr/>
          <p:nvPr/>
        </p:nvSpPr>
        <p:spPr>
          <a:xfrm>
            <a:off x="8764388" y="2473169"/>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4</a:t>
            </a:r>
            <a:endParaRPr lang="en-US" sz="1467" dirty="0">
              <a:latin typeface="Arial" panose="020B0604020202020204" pitchFamily="34" charset="0"/>
              <a:cs typeface="Arial" panose="020B0604020202020204" pitchFamily="34" charset="0"/>
            </a:endParaRPr>
          </a:p>
        </p:txBody>
      </p:sp>
      <p:sp>
        <p:nvSpPr>
          <p:cNvPr id="22" name="Text 5">
            <a:extLst>
              <a:ext uri="{FF2B5EF4-FFF2-40B4-BE49-F238E27FC236}">
                <a16:creationId xmlns:a16="http://schemas.microsoft.com/office/drawing/2014/main" id="{550C5788-ECB9-E56B-F9F9-E56A33CF52A2}"/>
              </a:ext>
            </a:extLst>
          </p:cNvPr>
          <p:cNvSpPr/>
          <p:nvPr/>
        </p:nvSpPr>
        <p:spPr>
          <a:xfrm>
            <a:off x="6417425" y="2874601"/>
            <a:ext cx="1828800" cy="426720"/>
          </a:xfrm>
          <a:prstGeom prst="rect">
            <a:avLst/>
          </a:prstGeom>
          <a:noFill/>
          <a:ln/>
        </p:spPr>
        <p:txBody>
          <a:bodyPr wrap="square" lIns="0" tIns="0" rIns="0" bIns="0" rtlCol="0" anchor="ctr"/>
          <a:lstStyle/>
          <a:p>
            <a:r>
              <a:rPr lang="en-US" sz="1733" b="1" dirty="0">
                <a:solidFill>
                  <a:srgbClr val="0B2545"/>
                </a:solidFill>
                <a:latin typeface="Arial" panose="020B0604020202020204" pitchFamily="34" charset="0"/>
                <a:ea typeface="Trebuchet MS" pitchFamily="34" charset="-122"/>
                <a:cs typeface="Arial" panose="020B0604020202020204" pitchFamily="34" charset="0"/>
              </a:rPr>
              <a:t>Modeling &amp; Forecasting</a:t>
            </a:r>
          </a:p>
        </p:txBody>
      </p:sp>
      <p:sp>
        <p:nvSpPr>
          <p:cNvPr id="23" name="Shape 6">
            <a:extLst>
              <a:ext uri="{FF2B5EF4-FFF2-40B4-BE49-F238E27FC236}">
                <a16:creationId xmlns:a16="http://schemas.microsoft.com/office/drawing/2014/main" id="{7F67E240-E41D-8771-9712-C5A3940355B9}"/>
              </a:ext>
            </a:extLst>
          </p:cNvPr>
          <p:cNvSpPr/>
          <p:nvPr/>
        </p:nvSpPr>
        <p:spPr>
          <a:xfrm>
            <a:off x="8764388" y="3410621"/>
            <a:ext cx="975360" cy="36576"/>
          </a:xfrm>
          <a:prstGeom prst="rect">
            <a:avLst/>
          </a:prstGeom>
          <a:solidFill>
            <a:srgbClr val="13678A"/>
          </a:solidFill>
          <a:ln/>
        </p:spPr>
        <p:txBody>
          <a:bodyPr/>
          <a:lstStyle/>
          <a:p>
            <a:endParaRPr lang="en-US"/>
          </a:p>
        </p:txBody>
      </p:sp>
      <p:sp>
        <p:nvSpPr>
          <p:cNvPr id="24" name="Text 5">
            <a:extLst>
              <a:ext uri="{FF2B5EF4-FFF2-40B4-BE49-F238E27FC236}">
                <a16:creationId xmlns:a16="http://schemas.microsoft.com/office/drawing/2014/main" id="{70203F5E-D982-3547-75C3-120ACCC2476E}"/>
              </a:ext>
            </a:extLst>
          </p:cNvPr>
          <p:cNvSpPr/>
          <p:nvPr/>
        </p:nvSpPr>
        <p:spPr>
          <a:xfrm>
            <a:off x="8779188" y="2883540"/>
            <a:ext cx="1828800" cy="426720"/>
          </a:xfrm>
          <a:prstGeom prst="rect">
            <a:avLst/>
          </a:prstGeom>
          <a:noFill/>
          <a:ln/>
        </p:spPr>
        <p:txBody>
          <a:bodyPr wrap="square" lIns="0" tIns="0" rIns="0" bIns="0" rtlCol="0" anchor="ctr"/>
          <a:lstStyle/>
          <a:p>
            <a:r>
              <a:rPr lang="en-US" sz="1733" b="1" dirty="0">
                <a:solidFill>
                  <a:srgbClr val="0B2545"/>
                </a:solidFill>
                <a:latin typeface="Arial" panose="020B0604020202020204" pitchFamily="34" charset="0"/>
                <a:ea typeface="Trebuchet MS" pitchFamily="34" charset="-122"/>
                <a:cs typeface="Arial" panose="020B0604020202020204" pitchFamily="34" charset="0"/>
              </a:rPr>
              <a:t>Evaluation</a:t>
            </a:r>
            <a:endParaRPr lang="en-US" sz="1733" dirty="0">
              <a:latin typeface="Arial" panose="020B0604020202020204" pitchFamily="34" charset="0"/>
              <a:cs typeface="Arial" panose="020B0604020202020204" pitchFamily="34" charset="0"/>
            </a:endParaRPr>
          </a:p>
        </p:txBody>
      </p:sp>
      <p:cxnSp>
        <p:nvCxnSpPr>
          <p:cNvPr id="25" name="Connector: Elbow 24">
            <a:extLst>
              <a:ext uri="{FF2B5EF4-FFF2-40B4-BE49-F238E27FC236}">
                <a16:creationId xmlns:a16="http://schemas.microsoft.com/office/drawing/2014/main" id="{E4C0F420-C2BD-E340-AFA6-2A3710880024}"/>
              </a:ext>
            </a:extLst>
          </p:cNvPr>
          <p:cNvCxnSpPr>
            <a:cxnSpLocks/>
            <a:stCxn id="20" idx="2"/>
            <a:endCxn id="17" idx="2"/>
          </p:cNvCxnSpPr>
          <p:nvPr/>
        </p:nvCxnSpPr>
        <p:spPr>
          <a:xfrm rot="5400000" flipH="1">
            <a:off x="8497201" y="3564109"/>
            <a:ext cx="10113" cy="2368356"/>
          </a:xfrm>
          <a:prstGeom prst="bentConnector3">
            <a:avLst>
              <a:gd name="adj1" fmla="val -6927222"/>
            </a:avLst>
          </a:prstGeom>
          <a:ln w="76200">
            <a:solidFill>
              <a:schemeClr val="accent5">
                <a:lumMod val="20000"/>
                <a:lumOff val="8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6" name="Shape 2">
            <a:extLst>
              <a:ext uri="{FF2B5EF4-FFF2-40B4-BE49-F238E27FC236}">
                <a16:creationId xmlns:a16="http://schemas.microsoft.com/office/drawing/2014/main" id="{F7F5A57B-CEF8-1AE1-110A-11E02D32F4D8}"/>
              </a:ext>
            </a:extLst>
          </p:cNvPr>
          <p:cNvSpPr/>
          <p:nvPr/>
        </p:nvSpPr>
        <p:spPr>
          <a:xfrm>
            <a:off x="8276705" y="5218471"/>
            <a:ext cx="451104" cy="465963"/>
          </a:xfrm>
          <a:prstGeom prst="ellipse">
            <a:avLst/>
          </a:prstGeom>
          <a:solidFill>
            <a:schemeClr val="accent2"/>
          </a:solidFill>
          <a:ln/>
        </p:spPr>
        <p:txBody>
          <a:bodyPr/>
          <a:lstStyle/>
          <a:p>
            <a:endParaRPr lang="en-US"/>
          </a:p>
        </p:txBody>
      </p:sp>
      <p:sp>
        <p:nvSpPr>
          <p:cNvPr id="27" name="Text 4">
            <a:extLst>
              <a:ext uri="{FF2B5EF4-FFF2-40B4-BE49-F238E27FC236}">
                <a16:creationId xmlns:a16="http://schemas.microsoft.com/office/drawing/2014/main" id="{1B0207FA-97BD-2917-EBDF-A708BDBBCF75}"/>
              </a:ext>
            </a:extLst>
          </p:cNvPr>
          <p:cNvSpPr/>
          <p:nvPr/>
        </p:nvSpPr>
        <p:spPr>
          <a:xfrm>
            <a:off x="6976678" y="5829099"/>
            <a:ext cx="3289851" cy="365760"/>
          </a:xfrm>
          <a:prstGeom prst="rect">
            <a:avLst/>
          </a:prstGeom>
          <a:solidFill>
            <a:schemeClr val="bg1"/>
          </a:solidFill>
          <a:ln/>
        </p:spPr>
        <p:txBody>
          <a:bodyPr wrap="square" lIns="0" tIns="0" rIns="0" bIns="0" rtlCol="0" anchor="ctr"/>
          <a:lstStyle/>
          <a:p>
            <a:pPr algn="ctr"/>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5  </a:t>
            </a:r>
            <a:r>
              <a:rPr lang="en-US" sz="1730" b="1" dirty="0">
                <a:latin typeface="Arial" panose="020B0604020202020204" pitchFamily="34" charset="0"/>
                <a:ea typeface="Trebuchet MS" pitchFamily="34" charset="-122"/>
                <a:cs typeface="Arial" panose="020B0604020202020204" pitchFamily="34" charset="0"/>
              </a:rPr>
              <a:t>Incremental Revisions</a:t>
            </a:r>
          </a:p>
        </p:txBody>
      </p:sp>
    </p:spTree>
    <p:extLst>
      <p:ext uri="{BB962C8B-B14F-4D97-AF65-F5344CB8AC3E}">
        <p14:creationId xmlns:p14="http://schemas.microsoft.com/office/powerpoint/2010/main" val="3886218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8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AD024-0750-4088-A4B4-64B5622577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1904A8-1BC0-BEF9-D316-657EC87DADA4}"/>
              </a:ext>
            </a:extLst>
          </p:cNvPr>
          <p:cNvSpPr>
            <a:spLocks noGrp="1"/>
          </p:cNvSpPr>
          <p:nvPr>
            <p:ph type="title"/>
          </p:nvPr>
        </p:nvSpPr>
        <p:spPr>
          <a:xfrm>
            <a:off x="1203960" y="80009"/>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Task Overviews</a:t>
            </a:r>
            <a:endParaRPr lang="en-US" dirty="0"/>
          </a:p>
        </p:txBody>
      </p:sp>
      <p:graphicFrame>
        <p:nvGraphicFramePr>
          <p:cNvPr id="7" name="Table 6">
            <a:extLst>
              <a:ext uri="{FF2B5EF4-FFF2-40B4-BE49-F238E27FC236}">
                <a16:creationId xmlns:a16="http://schemas.microsoft.com/office/drawing/2014/main" id="{739EE78A-44FA-685D-EC14-5A698DE5A063}"/>
              </a:ext>
            </a:extLst>
          </p:cNvPr>
          <p:cNvGraphicFramePr>
            <a:graphicFrameLocks noGrp="1"/>
          </p:cNvGraphicFramePr>
          <p:nvPr>
            <p:extLst>
              <p:ext uri="{D42A27DB-BD31-4B8C-83A1-F6EECF244321}">
                <p14:modId xmlns:p14="http://schemas.microsoft.com/office/powerpoint/2010/main" val="1823023810"/>
              </p:ext>
            </p:extLst>
          </p:nvPr>
        </p:nvGraphicFramePr>
        <p:xfrm>
          <a:off x="472439" y="1451293"/>
          <a:ext cx="11247121" cy="5167274"/>
        </p:xfrm>
        <a:graphic>
          <a:graphicData uri="http://schemas.openxmlformats.org/drawingml/2006/table">
            <a:tbl>
              <a:tblPr firstRow="1" bandRow="1">
                <a:tableStyleId>{5940675A-B579-460E-94D1-54222C63F5DA}</a:tableStyleId>
              </a:tblPr>
              <a:tblGrid>
                <a:gridCol w="2800350">
                  <a:extLst>
                    <a:ext uri="{9D8B030D-6E8A-4147-A177-3AD203B41FA5}">
                      <a16:colId xmlns:a16="http://schemas.microsoft.com/office/drawing/2014/main" val="20000"/>
                    </a:ext>
                  </a:extLst>
                </a:gridCol>
                <a:gridCol w="8446771">
                  <a:extLst>
                    <a:ext uri="{9D8B030D-6E8A-4147-A177-3AD203B41FA5}">
                      <a16:colId xmlns:a16="http://schemas.microsoft.com/office/drawing/2014/main" val="20001"/>
                    </a:ext>
                  </a:extLst>
                </a:gridCol>
              </a:tblGrid>
              <a:tr h="518790">
                <a:tc>
                  <a:txBody>
                    <a:bodyPr/>
                    <a:lstStyle/>
                    <a:p>
                      <a:pPr algn="ctr"/>
                      <a:r>
                        <a:rPr lang="en-US" sz="2000" b="1" dirty="0">
                          <a:latin typeface="Arial" panose="020B0604020202020204" pitchFamily="34" charset="0"/>
                          <a:cs typeface="Arial" panose="020B0604020202020204" pitchFamily="34" charset="0"/>
                        </a:rPr>
                        <a:t>Activity</a:t>
                      </a:r>
                    </a:p>
                  </a:txBody>
                  <a:tcPr anchor="ctr">
                    <a:solidFill>
                      <a:schemeClr val="bg1">
                        <a:lumMod val="95000"/>
                      </a:schemeClr>
                    </a:solidFill>
                  </a:tcPr>
                </a:tc>
                <a:tc>
                  <a:txBody>
                    <a:bodyPr/>
                    <a:lstStyle/>
                    <a:p>
                      <a:pPr algn="ctr"/>
                      <a:r>
                        <a:rPr lang="en-US" sz="2000" b="1" dirty="0">
                          <a:latin typeface="Arial" panose="020B0604020202020204" pitchFamily="34" charset="0"/>
                          <a:cs typeface="Arial" panose="020B0604020202020204" pitchFamily="34" charset="0"/>
                        </a:rPr>
                        <a:t>Description</a:t>
                      </a:r>
                    </a:p>
                  </a:txBody>
                  <a:tcPr anchor="ctr">
                    <a:solidFill>
                      <a:schemeClr val="bg1">
                        <a:lumMod val="95000"/>
                      </a:schemeClr>
                    </a:solidFill>
                  </a:tcPr>
                </a:tc>
                <a:extLst>
                  <a:ext uri="{0D108BD9-81ED-4DB2-BD59-A6C34878D82A}">
                    <a16:rowId xmlns:a16="http://schemas.microsoft.com/office/drawing/2014/main" val="10000"/>
                  </a:ext>
                </a:extLst>
              </a:tr>
              <a:tr h="1584648">
                <a:tc>
                  <a:txBody>
                    <a:bodyPr/>
                    <a:lstStyle/>
                    <a:p>
                      <a:pPr algn="ctr"/>
                      <a:r>
                        <a:rPr lang="en-US" sz="2200" b="1" i="0" dirty="0">
                          <a:solidFill>
                            <a:schemeClr val="accent2"/>
                          </a:solidFill>
                          <a:latin typeface="Arial" panose="020B0604020202020204" pitchFamily="34" charset="0"/>
                          <a:cs typeface="Arial" panose="020B0604020202020204" pitchFamily="34" charset="0"/>
                        </a:rPr>
                        <a:t>Task 1:</a:t>
                      </a:r>
                      <a:r>
                        <a:rPr lang="en-US" sz="2200" i="0" dirty="0">
                          <a:latin typeface="Arial" panose="020B0604020202020204" pitchFamily="34" charset="0"/>
                          <a:cs typeface="Arial" panose="020B0604020202020204" pitchFamily="34" charset="0"/>
                        </a:rPr>
                        <a:t> Leading Indicators</a:t>
                      </a:r>
                    </a:p>
                  </a:txBody>
                  <a:tcPr anchor="ctr"/>
                </a:tc>
                <a:tc>
                  <a:txBody>
                    <a:bodyPr/>
                    <a:lstStyle/>
                    <a:p>
                      <a:pPr algn="ctr"/>
                      <a:r>
                        <a:rPr lang="en-US" sz="2200" dirty="0">
                          <a:latin typeface="Arial" panose="020B0604020202020204" pitchFamily="34" charset="0"/>
                          <a:cs typeface="Arial" panose="020B0604020202020204" pitchFamily="34" charset="0"/>
                        </a:rPr>
                        <a:t>We will walk through how to </a:t>
                      </a:r>
                      <a:r>
                        <a:rPr lang="en-US" sz="2200" b="1" dirty="0">
                          <a:solidFill>
                            <a:schemeClr val="accent2"/>
                          </a:solidFill>
                          <a:latin typeface="Arial" panose="020B0604020202020204" pitchFamily="34" charset="0"/>
                          <a:cs typeface="Arial" panose="020B0604020202020204" pitchFamily="34" charset="0"/>
                        </a:rPr>
                        <a:t>incorporate additional data sources</a:t>
                      </a:r>
                      <a:r>
                        <a:rPr lang="en-US" sz="2200" dirty="0">
                          <a:latin typeface="Arial" panose="020B0604020202020204" pitchFamily="34" charset="0"/>
                          <a:cs typeface="Arial" panose="020B0604020202020204" pitchFamily="34" charset="0"/>
                        </a:rPr>
                        <a:t> into our model using AI. </a:t>
                      </a:r>
                      <a:r>
                        <a:rPr lang="en-US" sz="2200" u="sng" dirty="0">
                          <a:latin typeface="Arial" panose="020B0604020202020204" pitchFamily="34" charset="0"/>
                          <a:cs typeface="Arial" panose="020B0604020202020204" pitchFamily="34" charset="0"/>
                        </a:rPr>
                        <a:t>You will choose</a:t>
                      </a:r>
                      <a:r>
                        <a:rPr lang="en-US" sz="2200" dirty="0">
                          <a:latin typeface="Arial" panose="020B0604020202020204" pitchFamily="34" charset="0"/>
                          <a:cs typeface="Arial" panose="020B0604020202020204" pitchFamily="34" charset="0"/>
                        </a:rPr>
                        <a:t> the source and variable and decide whether to keep it or drop it from the model. </a:t>
                      </a:r>
                    </a:p>
                  </a:txBody>
                  <a:tcPr anchor="ctr"/>
                </a:tc>
                <a:extLst>
                  <a:ext uri="{0D108BD9-81ED-4DB2-BD59-A6C34878D82A}">
                    <a16:rowId xmlns:a16="http://schemas.microsoft.com/office/drawing/2014/main" val="10001"/>
                  </a:ext>
                </a:extLst>
              </a:tr>
              <a:tr h="1295996">
                <a:tc>
                  <a:txBody>
                    <a:bodyPr/>
                    <a:lstStyle/>
                    <a:p>
                      <a:pPr algn="ctr"/>
                      <a:r>
                        <a:rPr lang="en-US" sz="2200" b="1" i="0" dirty="0">
                          <a:solidFill>
                            <a:schemeClr val="accent2"/>
                          </a:solidFill>
                          <a:latin typeface="Arial" panose="020B0604020202020204" pitchFamily="34" charset="0"/>
                          <a:cs typeface="Arial" panose="020B0604020202020204" pitchFamily="34" charset="0"/>
                        </a:rPr>
                        <a:t>Task 2:</a:t>
                      </a:r>
                      <a:r>
                        <a:rPr lang="en-US" sz="2200" i="0" dirty="0">
                          <a:latin typeface="Arial" panose="020B0604020202020204" pitchFamily="34" charset="0"/>
                          <a:cs typeface="Arial" panose="020B0604020202020204" pitchFamily="34" charset="0"/>
                        </a:rPr>
                        <a:t> Leading Indicators</a:t>
                      </a:r>
                    </a:p>
                  </a:txBody>
                  <a:tcPr anchor="ctr"/>
                </a:tc>
                <a:tc>
                  <a:txBody>
                    <a:bodyPr/>
                    <a:lstStyle/>
                    <a:p>
                      <a:pPr algn="ctr"/>
                      <a:r>
                        <a:rPr lang="en-US" sz="2200" dirty="0">
                          <a:latin typeface="Arial" panose="020B0604020202020204" pitchFamily="34" charset="0"/>
                          <a:cs typeface="Arial" panose="020B0604020202020204" pitchFamily="34" charset="0"/>
                        </a:rPr>
                        <a:t>We will walk through how to </a:t>
                      </a:r>
                      <a:r>
                        <a:rPr lang="en-US" sz="2200" b="1" dirty="0">
                          <a:solidFill>
                            <a:schemeClr val="accent2"/>
                          </a:solidFill>
                          <a:latin typeface="Arial" panose="020B0604020202020204" pitchFamily="34" charset="0"/>
                          <a:cs typeface="Arial" panose="020B0604020202020204" pitchFamily="34" charset="0"/>
                        </a:rPr>
                        <a:t>incorporate additional data sources</a:t>
                      </a:r>
                      <a:r>
                        <a:rPr lang="en-US" sz="2200" dirty="0">
                          <a:latin typeface="Arial" panose="020B0604020202020204" pitchFamily="34" charset="0"/>
                          <a:cs typeface="Arial" panose="020B0604020202020204" pitchFamily="34" charset="0"/>
                        </a:rPr>
                        <a:t> into our model using AI. </a:t>
                      </a:r>
                      <a:r>
                        <a:rPr lang="en-US" sz="2200" u="sng" dirty="0">
                          <a:latin typeface="Arial" panose="020B0604020202020204" pitchFamily="34" charset="0"/>
                          <a:cs typeface="Arial" panose="020B0604020202020204" pitchFamily="34" charset="0"/>
                        </a:rPr>
                        <a:t>You will choose</a:t>
                      </a:r>
                      <a:r>
                        <a:rPr lang="en-US" sz="2200" dirty="0">
                          <a:latin typeface="Arial" panose="020B0604020202020204" pitchFamily="34" charset="0"/>
                          <a:cs typeface="Arial" panose="020B0604020202020204" pitchFamily="34" charset="0"/>
                        </a:rPr>
                        <a:t> the source and variable and decide whether to keep it or drop it from the model. </a:t>
                      </a:r>
                    </a:p>
                  </a:txBody>
                  <a:tcPr anchor="ctr"/>
                </a:tc>
                <a:extLst>
                  <a:ext uri="{0D108BD9-81ED-4DB2-BD59-A6C34878D82A}">
                    <a16:rowId xmlns:a16="http://schemas.microsoft.com/office/drawing/2014/main" val="10002"/>
                  </a:ext>
                </a:extLst>
              </a:tr>
              <a:tr h="1343216">
                <a:tc>
                  <a:txBody>
                    <a:bodyPr/>
                    <a:lstStyle/>
                    <a:p>
                      <a:pPr algn="ctr"/>
                      <a:r>
                        <a:rPr lang="en-US" sz="2200" b="1" i="0" dirty="0">
                          <a:solidFill>
                            <a:schemeClr val="accent2"/>
                          </a:solidFill>
                          <a:latin typeface="Arial" panose="020B0604020202020204" pitchFamily="34" charset="0"/>
                          <a:cs typeface="Arial" panose="020B0604020202020204" pitchFamily="34" charset="0"/>
                        </a:rPr>
                        <a:t>Task 3:</a:t>
                      </a:r>
                      <a:r>
                        <a:rPr lang="en-US" sz="2200" i="0" dirty="0">
                          <a:latin typeface="Arial" panose="020B0604020202020204" pitchFamily="34" charset="0"/>
                          <a:cs typeface="Arial" panose="020B0604020202020204" pitchFamily="34" charset="0"/>
                        </a:rPr>
                        <a:t> Free Coding &amp; </a:t>
                      </a:r>
                      <a:r>
                        <a:rPr lang="en-US" sz="2200" i="0">
                          <a:latin typeface="Arial" panose="020B0604020202020204" pitchFamily="34" charset="0"/>
                          <a:cs typeface="Arial" panose="020B0604020202020204" pitchFamily="34" charset="0"/>
                        </a:rPr>
                        <a:t>FluSight</a:t>
                      </a:r>
                      <a:r>
                        <a:rPr lang="en-US" sz="2200" i="0" dirty="0">
                          <a:latin typeface="Arial" panose="020B0604020202020204" pitchFamily="34" charset="0"/>
                          <a:cs typeface="Arial" panose="020B0604020202020204" pitchFamily="34" charset="0"/>
                        </a:rPr>
                        <a:t> Challenge</a:t>
                      </a:r>
                    </a:p>
                  </a:txBody>
                  <a:tcPr anchor="ctr"/>
                </a:tc>
                <a:tc>
                  <a:txBody>
                    <a:bodyPr/>
                    <a:lstStyle/>
                    <a:p>
                      <a:pPr algn="ctr"/>
                      <a:r>
                        <a:rPr lang="en-US" sz="2200" dirty="0">
                          <a:latin typeface="Arial" panose="020B0604020202020204" pitchFamily="34" charset="0"/>
                          <a:cs typeface="Arial" panose="020B0604020202020204" pitchFamily="34" charset="0"/>
                        </a:rPr>
                        <a:t>We will quickly </a:t>
                      </a:r>
                      <a:r>
                        <a:rPr lang="en-US" sz="2200" b="1" dirty="0">
                          <a:solidFill>
                            <a:schemeClr val="accent2"/>
                          </a:solidFill>
                          <a:latin typeface="Arial" panose="020B0604020202020204" pitchFamily="34" charset="0"/>
                          <a:cs typeface="Arial" panose="020B0604020202020204" pitchFamily="34" charset="0"/>
                        </a:rPr>
                        <a:t>walk through some set-up</a:t>
                      </a:r>
                      <a:r>
                        <a:rPr lang="en-US" sz="2200" dirty="0">
                          <a:latin typeface="Arial" panose="020B0604020202020204" pitchFamily="34" charset="0"/>
                          <a:cs typeface="Arial" panose="020B0604020202020204" pitchFamily="34" charset="0"/>
                        </a:rPr>
                        <a:t> rules for </a:t>
                      </a:r>
                      <a:r>
                        <a:rPr lang="en-US" sz="2200" dirty="0" err="1">
                          <a:latin typeface="Arial" panose="020B0604020202020204" pitchFamily="34" charset="0"/>
                          <a:cs typeface="Arial" panose="020B0604020202020204" pitchFamily="34" charset="0"/>
                        </a:rPr>
                        <a:t>FluSight</a:t>
                      </a:r>
                      <a:r>
                        <a:rPr lang="en-US" sz="2200" dirty="0">
                          <a:latin typeface="Arial" panose="020B0604020202020204" pitchFamily="34" charset="0"/>
                          <a:cs typeface="Arial" panose="020B0604020202020204" pitchFamily="34" charset="0"/>
                        </a:rPr>
                        <a:t> submissions. You will then have some time to </a:t>
                      </a:r>
                      <a:r>
                        <a:rPr lang="en-US" sz="2200" b="1" dirty="0">
                          <a:solidFill>
                            <a:schemeClr val="accent2"/>
                          </a:solidFill>
                          <a:latin typeface="Arial" panose="020B0604020202020204" pitchFamily="34" charset="0"/>
                          <a:cs typeface="Arial" panose="020B0604020202020204" pitchFamily="34" charset="0"/>
                        </a:rPr>
                        <a:t>free code</a:t>
                      </a:r>
                      <a:r>
                        <a:rPr lang="en-US" sz="2200" dirty="0">
                          <a:latin typeface="Arial" panose="020B0604020202020204" pitchFamily="34" charset="0"/>
                          <a:cs typeface="Arial" panose="020B0604020202020204" pitchFamily="34" charset="0"/>
                        </a:rPr>
                        <a:t> and work on improving your model. Using your final model, you can </a:t>
                      </a:r>
                      <a:r>
                        <a:rPr lang="en-US" sz="2200" b="1" dirty="0">
                          <a:solidFill>
                            <a:schemeClr val="accent2"/>
                          </a:solidFill>
                          <a:latin typeface="Arial" panose="020B0604020202020204" pitchFamily="34" charset="0"/>
                          <a:cs typeface="Arial" panose="020B0604020202020204" pitchFamily="34" charset="0"/>
                        </a:rPr>
                        <a:t>submit it to our mini-challenge</a:t>
                      </a:r>
                      <a:r>
                        <a:rPr lang="en-US" sz="2200" dirty="0">
                          <a:latin typeface="Arial" panose="020B0604020202020204" pitchFamily="34" charset="0"/>
                          <a:cs typeface="Arial" panose="020B0604020202020204" pitchFamily="34" charset="0"/>
                        </a:rPr>
                        <a:t> to see how your model compares to others in the course. </a:t>
                      </a:r>
                    </a:p>
                  </a:txBody>
                  <a:tcPr anchor="ctr"/>
                </a:tc>
                <a:extLst>
                  <a:ext uri="{0D108BD9-81ED-4DB2-BD59-A6C34878D82A}">
                    <a16:rowId xmlns:a16="http://schemas.microsoft.com/office/drawing/2014/main" val="10003"/>
                  </a:ext>
                </a:extLst>
              </a:tr>
            </a:tbl>
          </a:graphicData>
        </a:graphic>
      </p:graphicFrame>
      <p:pic>
        <p:nvPicPr>
          <p:cNvPr id="3" name="Graphic 2" descr="Presentation with pie chart with solid fill">
            <a:extLst>
              <a:ext uri="{FF2B5EF4-FFF2-40B4-BE49-F238E27FC236}">
                <a16:creationId xmlns:a16="http://schemas.microsoft.com/office/drawing/2014/main" id="{7ADB0E6B-AEF9-C0F2-3B56-FC08E8CE6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87474" y="203984"/>
            <a:ext cx="1009031" cy="1009031"/>
          </a:xfrm>
          <a:prstGeom prst="rect">
            <a:avLst/>
          </a:prstGeom>
        </p:spPr>
      </p:pic>
    </p:spTree>
    <p:extLst>
      <p:ext uri="{BB962C8B-B14F-4D97-AF65-F5344CB8AC3E}">
        <p14:creationId xmlns:p14="http://schemas.microsoft.com/office/powerpoint/2010/main" val="1807760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00C1-BD6A-D367-BE03-DC02A6210404}"/>
              </a:ext>
            </a:extLst>
          </p:cNvPr>
          <p:cNvSpPr>
            <a:spLocks noGrp="1"/>
          </p:cNvSpPr>
          <p:nvPr>
            <p:ph type="title"/>
          </p:nvPr>
        </p:nvSpPr>
        <p:spPr>
          <a:xfrm>
            <a:off x="838200" y="-44132"/>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Goal Output</a:t>
            </a:r>
            <a:endParaRPr lang="en-US" dirty="0"/>
          </a:p>
        </p:txBody>
      </p:sp>
      <p:sp>
        <p:nvSpPr>
          <p:cNvPr id="4" name="TextBox 3">
            <a:extLst>
              <a:ext uri="{FF2B5EF4-FFF2-40B4-BE49-F238E27FC236}">
                <a16:creationId xmlns:a16="http://schemas.microsoft.com/office/drawing/2014/main" id="{4A03D021-3291-F8EE-43B3-C66F6EC7F58D}"/>
              </a:ext>
            </a:extLst>
          </p:cNvPr>
          <p:cNvSpPr txBox="1"/>
          <p:nvPr/>
        </p:nvSpPr>
        <p:spPr>
          <a:xfrm>
            <a:off x="838200" y="1229684"/>
            <a:ext cx="10515600" cy="1656868"/>
          </a:xfrm>
          <a:prstGeom prst="rect">
            <a:avLst/>
          </a:prstGeom>
          <a:noFill/>
        </p:spPr>
        <p:txBody>
          <a:bodyPr wrap="square" rtlCol="0">
            <a:noAutofit/>
          </a:bodyPr>
          <a:lstStyle/>
          <a:p>
            <a:pPr algn="ctr"/>
            <a:r>
              <a:rPr lang="en-US" sz="2500" dirty="0">
                <a:latin typeface="Arial" panose="020B0604020202020204" pitchFamily="34" charset="0"/>
                <a:cs typeface="Arial" panose="020B0604020202020204" pitchFamily="34" charset="0"/>
              </a:rPr>
              <a:t>From the three tasks (see previous slide), we should get the below-listed output. By the end of this activity, you should have a completed </a:t>
            </a:r>
            <a:r>
              <a:rPr lang="en-US" sz="2500" b="1" dirty="0" err="1">
                <a:solidFill>
                  <a:schemeClr val="accent2"/>
                </a:solidFill>
                <a:latin typeface="Arial" panose="020B0604020202020204" pitchFamily="34" charset="0"/>
                <a:cs typeface="Arial" panose="020B0604020202020204" pitchFamily="34" charset="0"/>
              </a:rPr>
              <a:t>FluSight</a:t>
            </a:r>
            <a:r>
              <a:rPr lang="en-US" sz="2500" b="1" dirty="0">
                <a:solidFill>
                  <a:schemeClr val="accent2"/>
                </a:solidFill>
                <a:latin typeface="Arial" panose="020B0604020202020204" pitchFamily="34" charset="0"/>
                <a:cs typeface="Arial" panose="020B0604020202020204" pitchFamily="34" charset="0"/>
              </a:rPr>
              <a:t> model </a:t>
            </a:r>
            <a:r>
              <a:rPr lang="en-US" sz="2500" dirty="0">
                <a:latin typeface="Arial" panose="020B0604020202020204" pitchFamily="34" charset="0"/>
                <a:cs typeface="Arial" panose="020B0604020202020204" pitchFamily="34" charset="0"/>
              </a:rPr>
              <a:t>as well as the </a:t>
            </a:r>
            <a:r>
              <a:rPr lang="en-US" sz="2500" b="1" dirty="0">
                <a:solidFill>
                  <a:schemeClr val="accent2"/>
                </a:solidFill>
                <a:latin typeface="Arial" panose="020B0604020202020204" pitchFamily="34" charset="0"/>
                <a:cs typeface="Arial" panose="020B0604020202020204" pitchFamily="34" charset="0"/>
              </a:rPr>
              <a:t>full pipeline</a:t>
            </a:r>
            <a:r>
              <a:rPr lang="en-US" sz="2500" dirty="0">
                <a:latin typeface="Arial" panose="020B0604020202020204" pitchFamily="34" charset="0"/>
                <a:cs typeface="Arial" panose="020B0604020202020204" pitchFamily="34" charset="0"/>
              </a:rPr>
              <a:t> (including the script for this activity; see below) used to build and implement the model.  </a:t>
            </a:r>
          </a:p>
        </p:txBody>
      </p:sp>
      <p:graphicFrame>
        <p:nvGraphicFramePr>
          <p:cNvPr id="7" name="Table 6"/>
          <p:cNvGraphicFramePr>
            <a:graphicFrameLocks noGrp="1"/>
          </p:cNvGraphicFramePr>
          <p:nvPr>
            <p:extLst>
              <p:ext uri="{D42A27DB-BD31-4B8C-83A1-F6EECF244321}">
                <p14:modId xmlns:p14="http://schemas.microsoft.com/office/powerpoint/2010/main" val="3984297498"/>
              </p:ext>
            </p:extLst>
          </p:nvPr>
        </p:nvGraphicFramePr>
        <p:xfrm>
          <a:off x="774700" y="3027360"/>
          <a:ext cx="10642600" cy="3479800"/>
        </p:xfrm>
        <a:graphic>
          <a:graphicData uri="http://schemas.openxmlformats.org/drawingml/2006/table">
            <a:tbl>
              <a:tblPr firstRow="1" bandRow="1">
                <a:tableStyleId>{5940675A-B579-460E-94D1-54222C63F5DA}</a:tableStyleId>
              </a:tblPr>
              <a:tblGrid>
                <a:gridCol w="3995912">
                  <a:extLst>
                    <a:ext uri="{9D8B030D-6E8A-4147-A177-3AD203B41FA5}">
                      <a16:colId xmlns:a16="http://schemas.microsoft.com/office/drawing/2014/main" val="20000"/>
                    </a:ext>
                  </a:extLst>
                </a:gridCol>
                <a:gridCol w="6646688">
                  <a:extLst>
                    <a:ext uri="{9D8B030D-6E8A-4147-A177-3AD203B41FA5}">
                      <a16:colId xmlns:a16="http://schemas.microsoft.com/office/drawing/2014/main" val="20001"/>
                    </a:ext>
                  </a:extLst>
                </a:gridCol>
              </a:tblGrid>
              <a:tr h="370840">
                <a:tc>
                  <a:txBody>
                    <a:bodyPr/>
                    <a:lstStyle/>
                    <a:p>
                      <a:pPr algn="ctr"/>
                      <a:r>
                        <a:rPr lang="en-US" sz="1800" b="1" dirty="0">
                          <a:latin typeface="Arial" panose="020B0604020202020204" pitchFamily="34" charset="0"/>
                          <a:cs typeface="Arial" panose="020B0604020202020204" pitchFamily="34" charset="0"/>
                        </a:rPr>
                        <a:t>Activity Output</a:t>
                      </a:r>
                    </a:p>
                  </a:txBody>
                  <a:tcPr anchor="ctr">
                    <a:solidFill>
                      <a:schemeClr val="bg1">
                        <a:lumMod val="95000"/>
                      </a:schemeClr>
                    </a:solidFill>
                  </a:tcPr>
                </a:tc>
                <a:tc>
                  <a:txBody>
                    <a:bodyPr/>
                    <a:lstStyle/>
                    <a:p>
                      <a:pPr algn="ctr"/>
                      <a:r>
                        <a:rPr lang="en-US" sz="1800" b="1" dirty="0">
                          <a:latin typeface="Arial" panose="020B0604020202020204" pitchFamily="34" charset="0"/>
                          <a:cs typeface="Arial" panose="020B0604020202020204" pitchFamily="34" charset="0"/>
                        </a:rPr>
                        <a:t>Description</a:t>
                      </a:r>
                    </a:p>
                  </a:txBody>
                  <a:tcPr anchor="ctr">
                    <a:solidFill>
                      <a:schemeClr val="bg1">
                        <a:lumMod val="95000"/>
                      </a:schemeClr>
                    </a:solidFill>
                  </a:tcPr>
                </a:tc>
                <a:extLst>
                  <a:ext uri="{0D108BD9-81ED-4DB2-BD59-A6C34878D82A}">
                    <a16:rowId xmlns:a16="http://schemas.microsoft.com/office/drawing/2014/main" val="10000"/>
                  </a:ext>
                </a:extLst>
              </a:tr>
              <a:tr h="370840">
                <a:tc>
                  <a:txBody>
                    <a:bodyPr/>
                    <a:lstStyle/>
                    <a:p>
                      <a:pPr algn="ctr"/>
                      <a:r>
                        <a:rPr lang="en-US" sz="1800" b="0" i="1" dirty="0">
                          <a:latin typeface="Arial" panose="020B0604020202020204" pitchFamily="34" charset="0"/>
                          <a:cs typeface="Arial" panose="020B0604020202020204" pitchFamily="34" charset="0"/>
                        </a:rPr>
                        <a:t>rules.md</a:t>
                      </a:r>
                    </a:p>
                  </a:txBody>
                  <a:tcPr anchor="ctr">
                    <a:solidFill>
                      <a:schemeClr val="bg1"/>
                    </a:solidFill>
                  </a:tcPr>
                </a:tc>
                <a:tc>
                  <a:txBody>
                    <a:bodyPr/>
                    <a:lstStyle/>
                    <a:p>
                      <a:pPr algn="ctr"/>
                      <a:r>
                        <a:rPr lang="en-US" sz="1800" b="1" dirty="0">
                          <a:latin typeface="Arial" panose="020B0604020202020204" pitchFamily="34" charset="0"/>
                          <a:cs typeface="Arial" panose="020B0604020202020204" pitchFamily="34" charset="0"/>
                        </a:rPr>
                        <a:t>Forecasting rules</a:t>
                      </a:r>
                      <a:r>
                        <a:rPr lang="en-US" sz="1800" dirty="0">
                          <a:latin typeface="Arial" panose="020B0604020202020204" pitchFamily="34" charset="0"/>
                          <a:cs typeface="Arial" panose="020B0604020202020204" pitchFamily="34" charset="0"/>
                        </a:rPr>
                        <a:t> for Tasks 1 through 3 — leading indicators, changing the model, “</a:t>
                      </a:r>
                      <a:r>
                        <a:rPr lang="en-US" sz="1800" dirty="0" err="1">
                          <a:latin typeface="Arial" panose="020B0604020202020204" pitchFamily="34" charset="0"/>
                          <a:cs typeface="Arial" panose="020B0604020202020204" pitchFamily="34" charset="0"/>
                        </a:rPr>
                        <a:t>FluSight</a:t>
                      </a:r>
                      <a:r>
                        <a:rPr lang="en-US" sz="1800" dirty="0">
                          <a:latin typeface="Arial" panose="020B0604020202020204" pitchFamily="34" charset="0"/>
                          <a:cs typeface="Arial" panose="020B0604020202020204" pitchFamily="34" charset="0"/>
                        </a:rPr>
                        <a:t>” submission</a:t>
                      </a:r>
                    </a:p>
                  </a:txBody>
                  <a:tcPr anchor="ctr">
                    <a:solidFill>
                      <a:schemeClr val="bg1"/>
                    </a:solidFill>
                  </a:tcPr>
                </a:tc>
                <a:extLst>
                  <a:ext uri="{0D108BD9-81ED-4DB2-BD59-A6C34878D82A}">
                    <a16:rowId xmlns:a16="http://schemas.microsoft.com/office/drawing/2014/main" val="344917451"/>
                  </a:ext>
                </a:extLst>
              </a:tr>
              <a:tr h="370840">
                <a:tc>
                  <a:txBody>
                    <a:bodyPr/>
                    <a:lstStyle/>
                    <a:p>
                      <a:pPr algn="ctr"/>
                      <a:r>
                        <a:rPr lang="en-US" sz="1800" b="0" i="1" dirty="0">
                          <a:latin typeface="Arial" panose="020B0604020202020204" pitchFamily="34" charset="0"/>
                          <a:cs typeface="Arial" panose="020B0604020202020204" pitchFamily="34" charset="0"/>
                        </a:rPr>
                        <a:t>agents.md</a:t>
                      </a:r>
                    </a:p>
                  </a:txBody>
                  <a:tcPr anchor="ctr">
                    <a:solidFill>
                      <a:schemeClr val="bg1"/>
                    </a:solidFill>
                  </a:tcPr>
                </a:tc>
                <a:tc>
                  <a:txBody>
                    <a:bodyPr/>
                    <a:lstStyle/>
                    <a:p>
                      <a:pPr algn="ctr"/>
                      <a:r>
                        <a:rPr lang="en-US" sz="1800" b="1" dirty="0">
                          <a:latin typeface="Arial" panose="020B0604020202020204" pitchFamily="34" charset="0"/>
                          <a:cs typeface="Arial" panose="020B0604020202020204" pitchFamily="34" charset="0"/>
                        </a:rPr>
                        <a:t>Instructions for the AI assistant </a:t>
                      </a:r>
                      <a:r>
                        <a:rPr lang="en-US" sz="1800" dirty="0">
                          <a:latin typeface="Arial" panose="020B0604020202020204" pitchFamily="34" charset="0"/>
                          <a:cs typeface="Arial" panose="020B0604020202020204" pitchFamily="34" charset="0"/>
                        </a:rPr>
                        <a:t>(the "agent"). It tells the AI who it is, what job to do, and what rules to follow. You update this file to change how the AI behaves.</a:t>
                      </a:r>
                    </a:p>
                  </a:txBody>
                  <a:tcPr anchor="ctr">
                    <a:solidFill>
                      <a:schemeClr val="bg1"/>
                    </a:solidFill>
                  </a:tcPr>
                </a:tc>
                <a:extLst>
                  <a:ext uri="{0D108BD9-81ED-4DB2-BD59-A6C34878D82A}">
                    <a16:rowId xmlns:a16="http://schemas.microsoft.com/office/drawing/2014/main" val="1174210651"/>
                  </a:ext>
                </a:extLst>
              </a:tr>
              <a:tr h="370840">
                <a:tc>
                  <a:txBody>
                    <a:bodyPr/>
                    <a:lstStyle/>
                    <a:p>
                      <a:pPr algn="ctr"/>
                      <a:r>
                        <a:rPr lang="en-US" sz="1800" b="0" i="1" dirty="0">
                          <a:latin typeface="Arial" panose="020B0604020202020204" pitchFamily="34" charset="0"/>
                          <a:cs typeface="Arial" panose="020B0604020202020204" pitchFamily="34" charset="0"/>
                        </a:rPr>
                        <a:t>scripts/05_improvements.R</a:t>
                      </a:r>
                    </a:p>
                  </a:txBody>
                  <a:tcPr anchor="ctr">
                    <a:solidFill>
                      <a:schemeClr val="bg1"/>
                    </a:solidFill>
                  </a:tcPr>
                </a:tc>
                <a:tc>
                  <a:txBody>
                    <a:bodyPr/>
                    <a:lstStyle/>
                    <a:p>
                      <a:pPr algn="ctr"/>
                      <a:r>
                        <a:rPr lang="en-US" sz="1800" b="1" dirty="0">
                          <a:latin typeface="Arial" panose="020B0604020202020204" pitchFamily="34" charset="0"/>
                          <a:cs typeface="Arial" panose="020B0604020202020204" pitchFamily="34" charset="0"/>
                        </a:rPr>
                        <a:t>R Script </a:t>
                      </a:r>
                      <a:r>
                        <a:rPr lang="en-US" sz="1800" b="0" dirty="0">
                          <a:latin typeface="Arial" panose="020B0604020202020204" pitchFamily="34" charset="0"/>
                          <a:cs typeface="Arial" panose="020B0604020202020204" pitchFamily="34" charset="0"/>
                        </a:rPr>
                        <a:t>that houses all our model changes. The goal is to not overwrite our previous changes, rather try out new things. </a:t>
                      </a:r>
                    </a:p>
                  </a:txBody>
                  <a:tcPr anchor="ctr">
                    <a:solidFill>
                      <a:schemeClr val="bg1"/>
                    </a:solidFill>
                  </a:tcPr>
                </a:tc>
                <a:extLst>
                  <a:ext uri="{0D108BD9-81ED-4DB2-BD59-A6C34878D82A}">
                    <a16:rowId xmlns:a16="http://schemas.microsoft.com/office/drawing/2014/main" val="381597210"/>
                  </a:ext>
                </a:extLst>
              </a:tr>
              <a:tr h="370840">
                <a:tc>
                  <a:txBody>
                    <a:bodyPr/>
                    <a:lstStyle/>
                    <a:p>
                      <a:pPr algn="ctr"/>
                      <a:r>
                        <a:rPr lang="en-US" sz="1800" b="0" i="1" dirty="0">
                          <a:latin typeface="Arial" panose="020B0604020202020204" pitchFamily="34" charset="0"/>
                          <a:cs typeface="Arial" panose="020B0604020202020204" pitchFamily="34" charset="0"/>
                        </a:rPr>
                        <a:t>YY-MM-DD_NAME_MODEL.csv</a:t>
                      </a:r>
                    </a:p>
                  </a:txBody>
                  <a:tcPr anchor="ctr">
                    <a:solidFill>
                      <a:schemeClr val="bg1"/>
                    </a:solidFill>
                  </a:tcPr>
                </a:tc>
                <a:tc>
                  <a:txBody>
                    <a:bodyPr/>
                    <a:lstStyle/>
                    <a:p>
                      <a:pPr algn="ctr"/>
                      <a:r>
                        <a:rPr lang="en-US" sz="1800" b="1" dirty="0">
                          <a:latin typeface="Arial" panose="020B0604020202020204" pitchFamily="34" charset="0"/>
                          <a:cs typeface="Arial" panose="020B0604020202020204" pitchFamily="34" charset="0"/>
                        </a:rPr>
                        <a:t>Collection of </a:t>
                      </a:r>
                      <a:r>
                        <a:rPr lang="en-US" sz="1800" b="1" dirty="0" err="1">
                          <a:latin typeface="Arial" panose="020B0604020202020204" pitchFamily="34" charset="0"/>
                          <a:cs typeface="Arial" panose="020B0604020202020204" pitchFamily="34" charset="0"/>
                        </a:rPr>
                        <a:t>FluSight</a:t>
                      </a:r>
                      <a:r>
                        <a:rPr lang="en-US" sz="1800" b="1" dirty="0">
                          <a:latin typeface="Arial" panose="020B0604020202020204" pitchFamily="34" charset="0"/>
                          <a:cs typeface="Arial" panose="020B0604020202020204" pitchFamily="34" charset="0"/>
                        </a:rPr>
                        <a:t> submission files</a:t>
                      </a:r>
                      <a:r>
                        <a:rPr lang="en-US" sz="1800" b="0" dirty="0">
                          <a:latin typeface="Arial" panose="020B0604020202020204" pitchFamily="34" charset="0"/>
                          <a:cs typeface="Arial" panose="020B0604020202020204" pitchFamily="34" charset="0"/>
                        </a:rPr>
                        <a:t>. We will cover how to achieve these, and the final products will be uploaded to GitHub. </a:t>
                      </a:r>
                    </a:p>
                  </a:txBody>
                  <a:tcPr anchor="ctr">
                    <a:solidFill>
                      <a:schemeClr val="bg1"/>
                    </a:solidFill>
                  </a:tcPr>
                </a:tc>
                <a:extLst>
                  <a:ext uri="{0D108BD9-81ED-4DB2-BD59-A6C34878D82A}">
                    <a16:rowId xmlns:a16="http://schemas.microsoft.com/office/drawing/2014/main" val="1093045092"/>
                  </a:ext>
                </a:extLst>
              </a:tr>
            </a:tbl>
          </a:graphicData>
        </a:graphic>
      </p:graphicFrame>
      <p:pic>
        <p:nvPicPr>
          <p:cNvPr id="3" name="Graphic 2" descr="Presentation with pie chart with solid fill">
            <a:extLst>
              <a:ext uri="{FF2B5EF4-FFF2-40B4-BE49-F238E27FC236}">
                <a16:creationId xmlns:a16="http://schemas.microsoft.com/office/drawing/2014/main" id="{7CC0AF3F-5972-9E6A-4E9A-DB5BBB0F27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90505" y="79845"/>
            <a:ext cx="1009031" cy="1009031"/>
          </a:xfrm>
          <a:prstGeom prst="rect">
            <a:avLst/>
          </a:prstGeom>
        </p:spPr>
      </p:pic>
    </p:spTree>
    <p:extLst>
      <p:ext uri="{BB962C8B-B14F-4D97-AF65-F5344CB8AC3E}">
        <p14:creationId xmlns:p14="http://schemas.microsoft.com/office/powerpoint/2010/main" val="3845656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BE434-E6B0-70EC-ABCF-622CE7FA3EA2}"/>
              </a:ext>
            </a:extLst>
          </p:cNvPr>
          <p:cNvSpPr>
            <a:spLocks noGrp="1"/>
          </p:cNvSpPr>
          <p:nvPr>
            <p:ph type="title"/>
          </p:nvPr>
        </p:nvSpPr>
        <p:spPr>
          <a:xfrm>
            <a:off x="838200" y="8577"/>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Modeling Process</a:t>
            </a:r>
          </a:p>
        </p:txBody>
      </p:sp>
      <p:sp>
        <p:nvSpPr>
          <p:cNvPr id="3" name="Content Placeholder 2">
            <a:extLst>
              <a:ext uri="{FF2B5EF4-FFF2-40B4-BE49-F238E27FC236}">
                <a16:creationId xmlns:a16="http://schemas.microsoft.com/office/drawing/2014/main" id="{0AABC5B1-C139-CE8B-2620-E695B73F2C41}"/>
              </a:ext>
            </a:extLst>
          </p:cNvPr>
          <p:cNvSpPr>
            <a:spLocks noGrp="1"/>
          </p:cNvSpPr>
          <p:nvPr>
            <p:ph idx="1"/>
          </p:nvPr>
        </p:nvSpPr>
        <p:spPr>
          <a:xfrm>
            <a:off x="838200" y="1334140"/>
            <a:ext cx="10515600" cy="4351338"/>
          </a:xfrm>
        </p:spPr>
        <p:txBody>
          <a:bodyPr/>
          <a:lstStyle/>
          <a:p>
            <a:r>
              <a:rPr lang="en-US" dirty="0">
                <a:latin typeface="Arial" panose="020B0604020202020204" pitchFamily="34" charset="0"/>
                <a:cs typeface="Arial" panose="020B0604020202020204" pitchFamily="34" charset="0"/>
              </a:rPr>
              <a:t>The modeling process is iterative; you are </a:t>
            </a:r>
            <a:r>
              <a:rPr lang="en-US" b="1" dirty="0">
                <a:solidFill>
                  <a:schemeClr val="accent2"/>
                </a:solidFill>
                <a:latin typeface="Arial" panose="020B0604020202020204" pitchFamily="34" charset="0"/>
                <a:cs typeface="Arial" panose="020B0604020202020204" pitchFamily="34" charset="0"/>
              </a:rPr>
              <a:t>not</a:t>
            </a:r>
            <a:r>
              <a:rPr lang="en-US" dirty="0">
                <a:latin typeface="Arial" panose="020B0604020202020204" pitchFamily="34" charset="0"/>
                <a:cs typeface="Arial" panose="020B0604020202020204" pitchFamily="34" charset="0"/>
              </a:rPr>
              <a:t> going to get it perfect right away. </a:t>
            </a:r>
          </a:p>
          <a:p>
            <a:r>
              <a:rPr lang="en-US" dirty="0">
                <a:latin typeface="Arial" panose="020B0604020202020204" pitchFamily="34" charset="0"/>
                <a:cs typeface="Arial" panose="020B0604020202020204" pitchFamily="34" charset="0"/>
              </a:rPr>
              <a:t>Our ARIMA forecasts are </a:t>
            </a:r>
            <a:r>
              <a:rPr lang="en-US" b="1" dirty="0">
                <a:solidFill>
                  <a:schemeClr val="accent2"/>
                </a:solidFill>
                <a:latin typeface="Arial" panose="020B0604020202020204" pitchFamily="34" charset="0"/>
                <a:cs typeface="Arial" panose="020B0604020202020204" pitchFamily="34" charset="0"/>
              </a:rPr>
              <a:t>nowhere near perfect</a:t>
            </a:r>
            <a:r>
              <a:rPr lang="en-US" dirty="0">
                <a:latin typeface="Arial" panose="020B0604020202020204" pitchFamily="34" charset="0"/>
                <a:cs typeface="Arial" panose="020B0604020202020204" pitchFamily="34" charset="0"/>
              </a:rPr>
              <a:t> at capturing the truth, even the adjusted non-perfect truth. </a:t>
            </a:r>
          </a:p>
          <a:p>
            <a:r>
              <a:rPr lang="en-US" dirty="0">
                <a:latin typeface="Arial" panose="020B0604020202020204" pitchFamily="34" charset="0"/>
                <a:cs typeface="Arial" panose="020B0604020202020204" pitchFamily="34" charset="0"/>
              </a:rPr>
              <a:t>We can try different things to improve model performance, using AI to help us implement the changes:</a:t>
            </a:r>
            <a:br>
              <a:rPr lang="en-US" dirty="0">
                <a:latin typeface="Arial" panose="020B0604020202020204" pitchFamily="34" charset="0"/>
                <a:cs typeface="Arial" panose="020B0604020202020204" pitchFamily="34" charset="0"/>
              </a:rPr>
            </a:br>
            <a:br>
              <a:rPr lang="en-US" dirty="0">
                <a:latin typeface="Arial" panose="020B0604020202020204" pitchFamily="34" charset="0"/>
                <a:cs typeface="Arial" panose="020B0604020202020204" pitchFamily="34" charset="0"/>
              </a:rPr>
            </a:br>
            <a:endParaRPr lang="en-US" dirty="0"/>
          </a:p>
        </p:txBody>
      </p:sp>
      <p:sp>
        <p:nvSpPr>
          <p:cNvPr id="8" name="Rectangle 7">
            <a:extLst>
              <a:ext uri="{FF2B5EF4-FFF2-40B4-BE49-F238E27FC236}">
                <a16:creationId xmlns:a16="http://schemas.microsoft.com/office/drawing/2014/main" id="{BB7E7A09-D067-7680-C53B-87C8B8B22600}"/>
              </a:ext>
            </a:extLst>
          </p:cNvPr>
          <p:cNvSpPr/>
          <p:nvPr/>
        </p:nvSpPr>
        <p:spPr>
          <a:xfrm>
            <a:off x="1969475" y="4394233"/>
            <a:ext cx="3446585" cy="2227384"/>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5270C50-A8AF-7F8D-BB7F-32D76AE11E51}"/>
              </a:ext>
            </a:extLst>
          </p:cNvPr>
          <p:cNvSpPr txBox="1"/>
          <p:nvPr/>
        </p:nvSpPr>
        <p:spPr>
          <a:xfrm>
            <a:off x="1969475" y="4595447"/>
            <a:ext cx="3446585" cy="1862048"/>
          </a:xfrm>
          <a:prstGeom prst="rect">
            <a:avLst/>
          </a:prstGeom>
          <a:noFill/>
        </p:spPr>
        <p:txBody>
          <a:bodyPr wrap="square" rtlCol="0">
            <a:spAutoFit/>
          </a:bodyPr>
          <a:lstStyle/>
          <a:p>
            <a:pPr algn="ctr"/>
            <a:r>
              <a:rPr lang="en-US" sz="2300" b="1" dirty="0">
                <a:latin typeface="Arial" panose="020B0604020202020204" pitchFamily="34" charset="0"/>
                <a:cs typeface="Arial" panose="020B0604020202020204" pitchFamily="34" charset="0"/>
              </a:rPr>
              <a:t>Leading Indicators</a:t>
            </a:r>
          </a:p>
          <a:p>
            <a:pPr algn="ctr"/>
            <a:endParaRPr lang="en-US" sz="2300" dirty="0">
              <a:latin typeface="Arial" panose="020B0604020202020204" pitchFamily="34" charset="0"/>
              <a:cs typeface="Arial" panose="020B0604020202020204" pitchFamily="34" charset="0"/>
            </a:endParaRPr>
          </a:p>
          <a:p>
            <a:pPr algn="ctr"/>
            <a:r>
              <a:rPr lang="en-US" sz="2300" dirty="0">
                <a:latin typeface="Arial" panose="020B0604020202020204" pitchFamily="34" charset="0"/>
                <a:cs typeface="Arial" panose="020B0604020202020204" pitchFamily="34" charset="0"/>
              </a:rPr>
              <a:t>An outside signal that rises before admissions do.</a:t>
            </a:r>
          </a:p>
        </p:txBody>
      </p:sp>
      <p:sp>
        <p:nvSpPr>
          <p:cNvPr id="10" name="Rectangle 9">
            <a:extLst>
              <a:ext uri="{FF2B5EF4-FFF2-40B4-BE49-F238E27FC236}">
                <a16:creationId xmlns:a16="http://schemas.microsoft.com/office/drawing/2014/main" id="{899B1DE7-445E-2B10-D355-759E2F21ED11}"/>
              </a:ext>
            </a:extLst>
          </p:cNvPr>
          <p:cNvSpPr/>
          <p:nvPr/>
        </p:nvSpPr>
        <p:spPr>
          <a:xfrm>
            <a:off x="6661637" y="4392312"/>
            <a:ext cx="3446585" cy="2227384"/>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B7C0FED-1F6B-C8C5-1015-7449E3FFE37C}"/>
              </a:ext>
            </a:extLst>
          </p:cNvPr>
          <p:cNvSpPr txBox="1"/>
          <p:nvPr/>
        </p:nvSpPr>
        <p:spPr>
          <a:xfrm>
            <a:off x="6661637" y="4574980"/>
            <a:ext cx="3446585" cy="1862048"/>
          </a:xfrm>
          <a:prstGeom prst="rect">
            <a:avLst/>
          </a:prstGeom>
          <a:noFill/>
        </p:spPr>
        <p:txBody>
          <a:bodyPr wrap="square" rtlCol="0">
            <a:spAutoFit/>
          </a:bodyPr>
          <a:lstStyle/>
          <a:p>
            <a:pPr algn="ctr"/>
            <a:r>
              <a:rPr lang="en-US" sz="2300" b="1" dirty="0">
                <a:latin typeface="Arial" panose="020B0604020202020204" pitchFamily="34" charset="0"/>
                <a:cs typeface="Arial" panose="020B0604020202020204" pitchFamily="34" charset="0"/>
              </a:rPr>
              <a:t>Different Models </a:t>
            </a:r>
          </a:p>
          <a:p>
            <a:pPr algn="ctr"/>
            <a:endParaRPr lang="en-US" sz="2300" dirty="0">
              <a:latin typeface="Arial" panose="020B0604020202020204" pitchFamily="34" charset="0"/>
              <a:cs typeface="Arial" panose="020B0604020202020204" pitchFamily="34" charset="0"/>
            </a:endParaRPr>
          </a:p>
          <a:p>
            <a:pPr algn="ctr"/>
            <a:r>
              <a:rPr lang="en-US" sz="2300" dirty="0">
                <a:latin typeface="Arial" panose="020B0604020202020204" pitchFamily="34" charset="0"/>
                <a:cs typeface="Arial" panose="020B0604020202020204" pitchFamily="34" charset="0"/>
              </a:rPr>
              <a:t>A different structure: GAM, </a:t>
            </a:r>
            <a:r>
              <a:rPr lang="en-US" sz="2300" dirty="0" err="1">
                <a:latin typeface="Arial" panose="020B0604020202020204" pitchFamily="34" charset="0"/>
                <a:cs typeface="Arial" panose="020B0604020202020204" pitchFamily="34" charset="0"/>
              </a:rPr>
              <a:t>XGBoost</a:t>
            </a:r>
            <a:r>
              <a:rPr lang="en-US" sz="2300" dirty="0">
                <a:latin typeface="Arial" panose="020B0604020202020204" pitchFamily="34" charset="0"/>
                <a:cs typeface="Arial" panose="020B0604020202020204" pitchFamily="34" charset="0"/>
              </a:rPr>
              <a:t>, ensembles, etc.</a:t>
            </a:r>
          </a:p>
        </p:txBody>
      </p:sp>
    </p:spTree>
    <p:extLst>
      <p:ext uri="{BB962C8B-B14F-4D97-AF65-F5344CB8AC3E}">
        <p14:creationId xmlns:p14="http://schemas.microsoft.com/office/powerpoint/2010/main" val="2396432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5" grpId="0"/>
      <p:bldP spid="10" grpId="0" animBg="1"/>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0C0C7-70C6-A9D8-70B4-AA2C3F83FC22}"/>
              </a:ext>
            </a:extLst>
          </p:cNvPr>
          <p:cNvSpPr>
            <a:spLocks noGrp="1"/>
          </p:cNvSpPr>
          <p:nvPr>
            <p:ph type="ctrTitle"/>
          </p:nvPr>
        </p:nvSpPr>
        <p:spPr/>
        <p:txBody>
          <a:bodyPr/>
          <a:lstStyle/>
          <a:p>
            <a:r>
              <a:rPr lang="en-US" b="1" dirty="0">
                <a:solidFill>
                  <a:srgbClr val="7030A0"/>
                </a:solidFill>
                <a:latin typeface="Arial" panose="020B0604020202020204" pitchFamily="34" charset="0"/>
                <a:cs typeface="Arial" panose="020B0604020202020204" pitchFamily="34" charset="0"/>
              </a:rPr>
              <a:t>Task One</a:t>
            </a:r>
          </a:p>
        </p:txBody>
      </p:sp>
      <p:sp>
        <p:nvSpPr>
          <p:cNvPr id="3" name="Subtitle 2">
            <a:extLst>
              <a:ext uri="{FF2B5EF4-FFF2-40B4-BE49-F238E27FC236}">
                <a16:creationId xmlns:a16="http://schemas.microsoft.com/office/drawing/2014/main" id="{66702D28-45C5-8F7A-0659-2F17F2972F02}"/>
              </a:ext>
            </a:extLst>
          </p:cNvPr>
          <p:cNvSpPr>
            <a:spLocks noGrp="1"/>
          </p:cNvSpPr>
          <p:nvPr>
            <p:ph type="subTitle" idx="1"/>
          </p:nvPr>
        </p:nvSpPr>
        <p:spPr/>
        <p:txBody>
          <a:bodyPr>
            <a:normAutofit/>
          </a:bodyPr>
          <a:lstStyle/>
          <a:p>
            <a:r>
              <a:rPr lang="en-US" sz="3500" b="1" dirty="0">
                <a:solidFill>
                  <a:schemeClr val="accent2"/>
                </a:solidFill>
                <a:latin typeface="Arial" panose="020B0604020202020204" pitchFamily="34" charset="0"/>
                <a:cs typeface="Arial" panose="020B0604020202020204" pitchFamily="34" charset="0"/>
              </a:rPr>
              <a:t>Leading Indicators</a:t>
            </a:r>
          </a:p>
        </p:txBody>
      </p:sp>
    </p:spTree>
    <p:extLst>
      <p:ext uri="{BB962C8B-B14F-4D97-AF65-F5344CB8AC3E}">
        <p14:creationId xmlns:p14="http://schemas.microsoft.com/office/powerpoint/2010/main" val="874960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a:xfrm>
            <a:off x="838200" y="157834"/>
            <a:ext cx="10515600" cy="1325563"/>
          </a:xfrm>
        </p:spPr>
        <p:txBody>
          <a:bodyPr>
            <a:normAutofit/>
          </a:bodyPr>
          <a:lstStyle/>
          <a:p>
            <a:pPr algn="ctr"/>
            <a:r>
              <a:rPr lang="en-US" b="1" dirty="0">
                <a:solidFill>
                  <a:srgbClr val="7030A0"/>
                </a:solidFill>
                <a:latin typeface="Arial" panose="020B0604020202020204" pitchFamily="34" charset="0"/>
                <a:cs typeface="Arial" panose="020B0604020202020204" pitchFamily="34" charset="0"/>
              </a:rPr>
              <a:t>Leading Indicators</a:t>
            </a:r>
          </a:p>
        </p:txBody>
      </p:sp>
      <p:sp>
        <p:nvSpPr>
          <p:cNvPr id="12" name="TextBox"/>
          <p:cNvSpPr txBox="1"/>
          <p:nvPr/>
        </p:nvSpPr>
        <p:spPr>
          <a:xfrm>
            <a:off x="648403" y="1564714"/>
            <a:ext cx="10895193" cy="3957358"/>
          </a:xfrm>
          <a:prstGeom prst="rect">
            <a:avLst/>
          </a:prstGeom>
          <a:noFill/>
        </p:spPr>
        <p:txBody>
          <a:bodyPr wrap="square" lIns="0" tIns="0" rIns="0" bIns="0" anchor="t">
            <a:noAutofit/>
          </a:bodyPr>
          <a:lstStyle/>
          <a:p>
            <a:pPr marL="285750" indent="-285750" algn="l">
              <a:spcAft>
                <a:spcPts val="900"/>
              </a:spcAft>
              <a:buClr>
                <a:srgbClr val="7030A0"/>
              </a:buClr>
              <a:buFont typeface="Arial"/>
              <a:buChar char="•"/>
            </a:pPr>
            <a:r>
              <a:rPr lang="en-US" sz="2300" b="1" dirty="0">
                <a:solidFill>
                  <a:srgbClr val="000000"/>
                </a:solidFill>
                <a:latin typeface="Arial" pitchFamily="34" charset="0"/>
                <a:cs typeface="Arial" pitchFamily="34" charset="0"/>
              </a:rPr>
              <a:t>A leading indicator moves </a:t>
            </a:r>
            <a:r>
              <a:rPr lang="en-US" sz="2300" b="1" i="1" dirty="0">
                <a:solidFill>
                  <a:srgbClr val="E97132"/>
                </a:solidFill>
                <a:latin typeface="Arial" pitchFamily="34" charset="0"/>
                <a:cs typeface="Arial" pitchFamily="34" charset="0"/>
              </a:rPr>
              <a:t>before</a:t>
            </a:r>
            <a:r>
              <a:rPr lang="en-US" sz="2300" b="1" dirty="0">
                <a:solidFill>
                  <a:srgbClr val="000000"/>
                </a:solidFill>
                <a:latin typeface="Arial" pitchFamily="34" charset="0"/>
                <a:cs typeface="Arial" pitchFamily="34" charset="0"/>
              </a:rPr>
              <a:t> the thing you're forecasting. </a:t>
            </a:r>
            <a:r>
              <a:rPr lang="en-US" sz="2300" dirty="0">
                <a:solidFill>
                  <a:srgbClr val="000000"/>
                </a:solidFill>
                <a:latin typeface="Arial" pitchFamily="34" charset="0"/>
                <a:cs typeface="Arial" pitchFamily="34" charset="0"/>
              </a:rPr>
              <a:t>It climbs or dips weeks ahead of hospital admissions, carrying an early-warning signal the admissions series alone doesn't hold.</a:t>
            </a:r>
          </a:p>
          <a:p>
            <a:pPr marL="285750" indent="-285750" algn="l">
              <a:spcAft>
                <a:spcPts val="900"/>
              </a:spcAft>
              <a:buClr>
                <a:srgbClr val="7030A0"/>
              </a:buClr>
              <a:buFont typeface="Arial"/>
              <a:buChar char="•"/>
            </a:pPr>
            <a:r>
              <a:rPr lang="en-US" sz="2300" b="1" dirty="0">
                <a:solidFill>
                  <a:srgbClr val="000000"/>
                </a:solidFill>
                <a:latin typeface="Arial" pitchFamily="34" charset="0"/>
                <a:cs typeface="Arial" pitchFamily="34" charset="0"/>
              </a:rPr>
              <a:t>Why it can help our models: </a:t>
            </a:r>
            <a:r>
              <a:rPr lang="en-US" sz="2300" dirty="0">
                <a:solidFill>
                  <a:srgbClr val="000000"/>
                </a:solidFill>
                <a:latin typeface="Arial" pitchFamily="34" charset="0"/>
                <a:cs typeface="Arial" pitchFamily="34" charset="0"/>
              </a:rPr>
              <a:t>right now, the model sees only past admissions. A leading indicator feeds it outside information that may anticipate turns the admissions history hasn't shown yet.</a:t>
            </a:r>
          </a:p>
          <a:p>
            <a:pPr marL="285750" indent="-285750" algn="l">
              <a:spcAft>
                <a:spcPts val="300"/>
              </a:spcAft>
              <a:buClr>
                <a:srgbClr val="7030A0"/>
              </a:buClr>
              <a:buFont typeface="Arial"/>
              <a:buChar char="•"/>
            </a:pPr>
            <a:r>
              <a:rPr lang="en-US" sz="2300" b="1" dirty="0">
                <a:solidFill>
                  <a:srgbClr val="000000"/>
                </a:solidFill>
                <a:latin typeface="Arial" pitchFamily="34" charset="0"/>
                <a:cs typeface="Arial" pitchFamily="34" charset="0"/>
              </a:rPr>
              <a:t>Same forecast, more context. </a:t>
            </a:r>
            <a:r>
              <a:rPr lang="en-US" sz="2300" dirty="0">
                <a:solidFill>
                  <a:srgbClr val="000000"/>
                </a:solidFill>
                <a:latin typeface="Arial" pitchFamily="34" charset="0"/>
                <a:cs typeface="Arial" pitchFamily="34" charset="0"/>
              </a:rPr>
              <a:t>We hold everything else fixed and ask one narrow question: does this single extra signal make next week's forecast better?</a:t>
            </a:r>
          </a:p>
        </p:txBody>
      </p:sp>
      <p:sp>
        <p:nvSpPr>
          <p:cNvPr id="2" name="TextBox 1">
            <a:extLst>
              <a:ext uri="{FF2B5EF4-FFF2-40B4-BE49-F238E27FC236}">
                <a16:creationId xmlns:a16="http://schemas.microsoft.com/office/drawing/2014/main" id="{3F148E4F-644E-0A5B-081D-23C91E53D141}"/>
              </a:ext>
            </a:extLst>
          </p:cNvPr>
          <p:cNvSpPr txBox="1"/>
          <p:nvPr/>
        </p:nvSpPr>
        <p:spPr>
          <a:xfrm>
            <a:off x="838200" y="4974120"/>
            <a:ext cx="10515600" cy="1328023"/>
          </a:xfrm>
          <a:prstGeom prst="roundRect">
            <a:avLst/>
          </a:prstGeom>
          <a:solidFill>
            <a:schemeClr val="bg1">
              <a:lumMod val="95000"/>
            </a:schemeClr>
          </a:solidFill>
        </p:spPr>
        <p:txBody>
          <a:bodyPr wrap="square" rtlCol="0">
            <a:spAutoFit/>
          </a:bodyPr>
          <a:lstStyle/>
          <a:p>
            <a:pPr algn="ctr"/>
            <a:r>
              <a:rPr lang="en-US" sz="2400" b="1" dirty="0">
                <a:latin typeface="Arial" panose="020B0604020202020204" pitchFamily="34" charset="0"/>
                <a:cs typeface="Arial" panose="020B0604020202020204" pitchFamily="34" charset="0"/>
              </a:rPr>
              <a:t>Please Note:</a:t>
            </a:r>
            <a:r>
              <a:rPr lang="en-US" sz="2400" dirty="0">
                <a:latin typeface="Arial" panose="020B0604020202020204" pitchFamily="34" charset="0"/>
                <a:cs typeface="Arial" panose="020B0604020202020204" pitchFamily="34" charset="0"/>
              </a:rPr>
              <a:t> When selecting leading indicators, keep the disease process in mind.  What naturally comes </a:t>
            </a:r>
            <a:r>
              <a:rPr lang="en-US" sz="2400" i="1" dirty="0">
                <a:latin typeface="Arial" panose="020B0604020202020204" pitchFamily="34" charset="0"/>
                <a:cs typeface="Arial" panose="020B0604020202020204" pitchFamily="34" charset="0"/>
              </a:rPr>
              <a:t>before</a:t>
            </a:r>
            <a:r>
              <a:rPr lang="en-US" sz="2400" dirty="0">
                <a:latin typeface="Arial" panose="020B0604020202020204" pitchFamily="34" charset="0"/>
                <a:cs typeface="Arial" panose="020B0604020202020204" pitchFamily="34" charset="0"/>
              </a:rPr>
              <a:t> a person gets hospitalized? We want our model to </a:t>
            </a:r>
            <a:r>
              <a:rPr lang="en-US" sz="2400" b="1" dirty="0">
                <a:latin typeface="Arial" panose="020B0604020202020204" pitchFamily="34" charset="0"/>
                <a:cs typeface="Arial" panose="020B0604020202020204" pitchFamily="34" charset="0"/>
              </a:rPr>
              <a:t>perform well</a:t>
            </a:r>
            <a:r>
              <a:rPr lang="en-US" sz="2400" dirty="0">
                <a:latin typeface="Arial" panose="020B0604020202020204" pitchFamily="34" charset="0"/>
                <a:cs typeface="Arial" panose="020B0604020202020204" pitchFamily="34" charset="0"/>
              </a:rPr>
              <a:t> while </a:t>
            </a:r>
            <a:r>
              <a:rPr lang="en-US" sz="2400" b="1" dirty="0">
                <a:latin typeface="Arial" panose="020B0604020202020204" pitchFamily="34" charset="0"/>
                <a:cs typeface="Arial" panose="020B0604020202020204" pitchFamily="34" charset="0"/>
              </a:rPr>
              <a:t>remaining explainable</a:t>
            </a:r>
            <a:r>
              <a:rPr lang="en-US" sz="2400" dirty="0">
                <a:latin typeface="Arial" panose="020B0604020202020204" pitchFamily="34" charset="0"/>
                <a:cs typeface="Arial" panose="020B0604020202020204" pitchFamily="34" charset="0"/>
              </a:rPr>
              <a:t>.</a:t>
            </a:r>
            <a:endParaRPr lang="en-US" sz="2300"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48E83718-99F9-729D-AD13-D9FAEB857AA5}"/>
              </a:ext>
            </a:extLst>
          </p:cNvPr>
          <p:cNvSpPr/>
          <p:nvPr/>
        </p:nvSpPr>
        <p:spPr>
          <a:xfrm>
            <a:off x="665285" y="1554833"/>
            <a:ext cx="10861431" cy="4576336"/>
          </a:xfrm>
          <a:prstGeom prst="roundRect">
            <a:avLst/>
          </a:prstGeom>
          <a:solidFill>
            <a:srgbClr val="FFF4EC"/>
          </a:solidFill>
          <a:ln>
            <a:solidFill>
              <a:srgbClr val="FFF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B971DA-32D0-7C79-66E5-8625AC616253}"/>
              </a:ext>
            </a:extLst>
          </p:cNvPr>
          <p:cNvSpPr>
            <a:spLocks noGrp="1"/>
          </p:cNvSpPr>
          <p:nvPr>
            <p:ph type="title"/>
          </p:nvPr>
        </p:nvSpPr>
        <p:spPr>
          <a:xfrm>
            <a:off x="838200" y="123763"/>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Other Available Data Sources </a:t>
            </a:r>
          </a:p>
        </p:txBody>
      </p:sp>
      <p:sp>
        <p:nvSpPr>
          <p:cNvPr id="3" name="Content Placeholder 2">
            <a:extLst>
              <a:ext uri="{FF2B5EF4-FFF2-40B4-BE49-F238E27FC236}">
                <a16:creationId xmlns:a16="http://schemas.microsoft.com/office/drawing/2014/main" id="{537E9780-BB85-ABD7-75F5-37169754AACB}"/>
              </a:ext>
            </a:extLst>
          </p:cNvPr>
          <p:cNvSpPr>
            <a:spLocks noGrp="1"/>
          </p:cNvSpPr>
          <p:nvPr>
            <p:ph idx="1"/>
          </p:nvPr>
        </p:nvSpPr>
        <p:spPr>
          <a:xfrm>
            <a:off x="838200" y="2058925"/>
            <a:ext cx="10515600" cy="3591598"/>
          </a:xfrm>
        </p:spPr>
        <p:txBody>
          <a:bodyPr>
            <a:normAutofit/>
          </a:bodyPr>
          <a:lstStyle/>
          <a:p>
            <a:pPr marL="0" indent="0" algn="ctr">
              <a:spcAft>
                <a:spcPts val="1200"/>
              </a:spcAft>
              <a:buNone/>
            </a:pPr>
            <a:r>
              <a:rPr lang="en-US" b="1" dirty="0">
                <a:latin typeface="Arial" panose="020B0604020202020204" pitchFamily="34" charset="0"/>
                <a:cs typeface="Arial" panose="020B0604020202020204" pitchFamily="34" charset="0"/>
              </a:rPr>
              <a:t>CDC National Syndromic Surveillance Program</a:t>
            </a:r>
          </a:p>
          <a:p>
            <a:pPr marL="0" indent="0" algn="ctr">
              <a:spcBef>
                <a:spcPts val="600"/>
              </a:spcBef>
              <a:spcAft>
                <a:spcPts val="1200"/>
              </a:spcAft>
              <a:buNone/>
            </a:pPr>
            <a:r>
              <a:rPr lang="en-US" dirty="0">
                <a:latin typeface="Arial" panose="020B0604020202020204" pitchFamily="34" charset="0"/>
                <a:cs typeface="Arial" panose="020B0604020202020204" pitchFamily="34" charset="0"/>
              </a:rPr>
              <a:t>NSSP Emergency Department Visit Trajectories by State and Sub-State Regions (COVID-19, Flu, RSV, Combined). Reports the weekly percentage of emergency department visits attributable to each pathogen, out of all ED visits, for a given state or Health Service Area (HSA). HSAs are groups of one or more counties that align to patterns of care seeking, allowing trends to be viewed below the state level. </a:t>
            </a:r>
          </a:p>
        </p:txBody>
      </p:sp>
    </p:spTree>
    <p:extLst>
      <p:ext uri="{BB962C8B-B14F-4D97-AF65-F5344CB8AC3E}">
        <p14:creationId xmlns:p14="http://schemas.microsoft.com/office/powerpoint/2010/main" val="1854242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B4B25-8125-6B1B-8833-97A725A242F4}"/>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057C5C8-717A-78F2-8CB7-05192A4A653B}"/>
              </a:ext>
            </a:extLst>
          </p:cNvPr>
          <p:cNvSpPr/>
          <p:nvPr/>
        </p:nvSpPr>
        <p:spPr>
          <a:xfrm>
            <a:off x="665285" y="1554833"/>
            <a:ext cx="10861431" cy="4576336"/>
          </a:xfrm>
          <a:prstGeom prst="roundRect">
            <a:avLst/>
          </a:prstGeom>
          <a:solidFill>
            <a:srgbClr val="FFF4EC"/>
          </a:solidFill>
          <a:ln>
            <a:solidFill>
              <a:srgbClr val="FFF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491A8D-6C45-C6FF-31CA-1675DDD2C22C}"/>
              </a:ext>
            </a:extLst>
          </p:cNvPr>
          <p:cNvSpPr>
            <a:spLocks noGrp="1"/>
          </p:cNvSpPr>
          <p:nvPr>
            <p:ph type="title"/>
          </p:nvPr>
        </p:nvSpPr>
        <p:spPr>
          <a:xfrm>
            <a:off x="838200" y="123763"/>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Other Available Data Sources </a:t>
            </a:r>
          </a:p>
        </p:txBody>
      </p:sp>
      <p:sp>
        <p:nvSpPr>
          <p:cNvPr id="3" name="Content Placeholder 2">
            <a:extLst>
              <a:ext uri="{FF2B5EF4-FFF2-40B4-BE49-F238E27FC236}">
                <a16:creationId xmlns:a16="http://schemas.microsoft.com/office/drawing/2014/main" id="{7EADC60B-9DE3-0691-E84C-C727541C33A7}"/>
              </a:ext>
            </a:extLst>
          </p:cNvPr>
          <p:cNvSpPr>
            <a:spLocks noGrp="1"/>
          </p:cNvSpPr>
          <p:nvPr>
            <p:ph idx="1"/>
          </p:nvPr>
        </p:nvSpPr>
        <p:spPr>
          <a:xfrm>
            <a:off x="838200" y="2058925"/>
            <a:ext cx="10515600" cy="3591598"/>
          </a:xfrm>
        </p:spPr>
        <p:txBody>
          <a:bodyPr>
            <a:normAutofit/>
          </a:bodyPr>
          <a:lstStyle/>
          <a:p>
            <a:pPr marL="0" indent="0" algn="ctr">
              <a:spcAft>
                <a:spcPts val="3000"/>
              </a:spcAft>
              <a:buNone/>
            </a:pPr>
            <a:r>
              <a:rPr lang="en-US" b="1" dirty="0">
                <a:latin typeface="Arial" panose="020B0604020202020204" pitchFamily="34" charset="0"/>
                <a:cs typeface="Arial" panose="020B0604020202020204" pitchFamily="34" charset="0"/>
              </a:rPr>
              <a:t>CDC National Wastewater Surveillance System</a:t>
            </a:r>
          </a:p>
          <a:p>
            <a:pPr marL="0" indent="0" algn="ctr">
              <a:spcBef>
                <a:spcPts val="600"/>
              </a:spcBef>
              <a:spcAft>
                <a:spcPts val="1200"/>
              </a:spcAft>
              <a:buNone/>
            </a:pPr>
            <a:r>
              <a:rPr lang="en-US" dirty="0">
                <a:latin typeface="Arial" panose="020B0604020202020204" pitchFamily="34" charset="0"/>
                <a:cs typeface="Arial" panose="020B0604020202020204" pitchFamily="34" charset="0"/>
              </a:rPr>
              <a:t>NWSS Wastewater Viral Activity Levels by National, State, Region, and Site (Influenza A). Reports the concentration of pathogen genetic material detected in untreated wastewater, expressed as a viral activity level relative to a site's historical range and updated weekly. Each site covers a </a:t>
            </a:r>
            <a:r>
              <a:rPr lang="en-US" dirty="0" err="1">
                <a:latin typeface="Arial" panose="020B0604020202020204" pitchFamily="34" charset="0"/>
                <a:cs typeface="Arial" panose="020B0604020202020204" pitchFamily="34" charset="0"/>
              </a:rPr>
              <a:t>sewershed</a:t>
            </a:r>
            <a:r>
              <a:rPr lang="en-US" dirty="0">
                <a:latin typeface="Arial" panose="020B0604020202020204" pitchFamily="34" charset="0"/>
                <a:cs typeface="Arial" panose="020B0604020202020204" pitchFamily="34" charset="0"/>
              </a:rPr>
              <a:t>, the community area served by a wastewater collection.</a:t>
            </a:r>
          </a:p>
        </p:txBody>
      </p:sp>
    </p:spTree>
    <p:extLst>
      <p:ext uri="{BB962C8B-B14F-4D97-AF65-F5344CB8AC3E}">
        <p14:creationId xmlns:p14="http://schemas.microsoft.com/office/powerpoint/2010/main" val="2464918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C8945-DA29-B4B3-26CF-676DBC4294EC}"/>
              </a:ext>
            </a:extLst>
          </p:cNvPr>
          <p:cNvSpPr>
            <a:spLocks noGrp="1"/>
          </p:cNvSpPr>
          <p:nvPr>
            <p:ph type="title"/>
          </p:nvPr>
        </p:nvSpPr>
        <p:spPr>
          <a:xfrm>
            <a:off x="838198" y="39636"/>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Examples: Leading Indicators </a:t>
            </a:r>
          </a:p>
        </p:txBody>
      </p:sp>
      <p:graphicFrame>
        <p:nvGraphicFramePr>
          <p:cNvPr id="4" name="Table 3">
            <a:extLst>
              <a:ext uri="{FF2B5EF4-FFF2-40B4-BE49-F238E27FC236}">
                <a16:creationId xmlns:a16="http://schemas.microsoft.com/office/drawing/2014/main" id="{A1416B70-F0EB-F08B-794F-959689395C36}"/>
              </a:ext>
            </a:extLst>
          </p:cNvPr>
          <p:cNvGraphicFramePr>
            <a:graphicFrameLocks noGrp="1"/>
          </p:cNvGraphicFramePr>
          <p:nvPr>
            <p:extLst>
              <p:ext uri="{D42A27DB-BD31-4B8C-83A1-F6EECF244321}">
                <p14:modId xmlns:p14="http://schemas.microsoft.com/office/powerpoint/2010/main" val="4239068667"/>
              </p:ext>
            </p:extLst>
          </p:nvPr>
        </p:nvGraphicFramePr>
        <p:xfrm>
          <a:off x="776655" y="1373451"/>
          <a:ext cx="10638691" cy="4632960"/>
        </p:xfrm>
        <a:graphic>
          <a:graphicData uri="http://schemas.openxmlformats.org/drawingml/2006/table">
            <a:tbl>
              <a:tblPr firstRow="1" bandRow="1">
                <a:tableStyleId>{5940675A-B579-460E-94D1-54222C63F5DA}</a:tableStyleId>
              </a:tblPr>
              <a:tblGrid>
                <a:gridCol w="3349869">
                  <a:extLst>
                    <a:ext uri="{9D8B030D-6E8A-4147-A177-3AD203B41FA5}">
                      <a16:colId xmlns:a16="http://schemas.microsoft.com/office/drawing/2014/main" val="980336956"/>
                    </a:ext>
                  </a:extLst>
                </a:gridCol>
                <a:gridCol w="4560277">
                  <a:extLst>
                    <a:ext uri="{9D8B030D-6E8A-4147-A177-3AD203B41FA5}">
                      <a16:colId xmlns:a16="http://schemas.microsoft.com/office/drawing/2014/main" val="28294535"/>
                    </a:ext>
                  </a:extLst>
                </a:gridCol>
                <a:gridCol w="2728545">
                  <a:extLst>
                    <a:ext uri="{9D8B030D-6E8A-4147-A177-3AD203B41FA5}">
                      <a16:colId xmlns:a16="http://schemas.microsoft.com/office/drawing/2014/main" val="2457605187"/>
                    </a:ext>
                  </a:extLst>
                </a:gridCol>
              </a:tblGrid>
              <a:tr h="483551">
                <a:tc>
                  <a:txBody>
                    <a:bodyPr/>
                    <a:lstStyle/>
                    <a:p>
                      <a:pPr algn="ctr"/>
                      <a:r>
                        <a:rPr lang="en-US" sz="2000" b="1" dirty="0">
                          <a:latin typeface="Arial" panose="020B0604020202020204" pitchFamily="34" charset="0"/>
                          <a:cs typeface="Arial" panose="020B0604020202020204" pitchFamily="34" charset="0"/>
                        </a:rPr>
                        <a:t>CDC (NHSN) – Inpatient  Admissions</a:t>
                      </a:r>
                    </a:p>
                  </a:txBody>
                  <a:tcPr anchor="ctr">
                    <a:solidFill>
                      <a:srgbClr val="FFF4EC"/>
                    </a:solidFill>
                  </a:tcPr>
                </a:tc>
                <a:tc>
                  <a:txBody>
                    <a:bodyPr/>
                    <a:lstStyle/>
                    <a:p>
                      <a:pPr algn="ctr"/>
                      <a:r>
                        <a:rPr lang="en-US" sz="2000" b="1" dirty="0">
                          <a:latin typeface="Arial" panose="020B0604020202020204" pitchFamily="34" charset="0"/>
                          <a:cs typeface="Arial" panose="020B0604020202020204" pitchFamily="34" charset="0"/>
                        </a:rPr>
                        <a:t>CDC (NSSP) – ED Visits*</a:t>
                      </a:r>
                    </a:p>
                  </a:txBody>
                  <a:tcPr anchor="ctr">
                    <a:solidFill>
                      <a:srgbClr val="FFF4EC"/>
                    </a:solidFill>
                  </a:tcPr>
                </a:tc>
                <a:tc>
                  <a:txBody>
                    <a:bodyPr/>
                    <a:lstStyle/>
                    <a:p>
                      <a:pPr algn="ctr"/>
                      <a:r>
                        <a:rPr lang="en-US" sz="2000" b="1" dirty="0">
                          <a:latin typeface="Arial" panose="020B0604020202020204" pitchFamily="34" charset="0"/>
                          <a:cs typeface="Arial" panose="020B0604020202020204" pitchFamily="34" charset="0"/>
                        </a:rPr>
                        <a:t>CDC (NWSS) – Wastewater**</a:t>
                      </a:r>
                    </a:p>
                  </a:txBody>
                  <a:tcPr anchor="ctr">
                    <a:solidFill>
                      <a:srgbClr val="FFF4EC"/>
                    </a:solidFill>
                  </a:tcPr>
                </a:tc>
                <a:extLst>
                  <a:ext uri="{0D108BD9-81ED-4DB2-BD59-A6C34878D82A}">
                    <a16:rowId xmlns:a16="http://schemas.microsoft.com/office/drawing/2014/main" val="143376702"/>
                  </a:ext>
                </a:extLst>
              </a:tr>
              <a:tr h="1077037">
                <a:tc>
                  <a:txBody>
                    <a:bodyPr/>
                    <a:lstStyle/>
                    <a:p>
                      <a:pPr algn="ctr"/>
                      <a:r>
                        <a:rPr lang="en-US" sz="2000" b="0" dirty="0">
                          <a:latin typeface="Courier New" panose="02070309020205020404" pitchFamily="49" charset="0"/>
                          <a:cs typeface="Courier New" panose="02070309020205020404" pitchFamily="49" charset="0"/>
                        </a:rPr>
                        <a:t>Total Pediatric Influenza Admissions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latin typeface="Arial" panose="020B0604020202020204" pitchFamily="34" charset="0"/>
                          <a:cs typeface="Arial" panose="020B0604020202020204" pitchFamily="34" charset="0"/>
                        </a:rPr>
                        <a:t>3-week moving average of % ED Visits with a discharge diagnosis of Influenza </a:t>
                      </a:r>
                    </a:p>
                    <a:p>
                      <a:pPr algn="ctr"/>
                      <a:r>
                        <a:rPr lang="en-US" sz="2000" b="0" dirty="0">
                          <a:latin typeface="Courier New" panose="02070309020205020404" pitchFamily="49" charset="0"/>
                          <a:cs typeface="Courier New" panose="02070309020205020404" pitchFamily="49" charset="0"/>
                        </a:rPr>
                        <a:t>(</a:t>
                      </a:r>
                      <a:r>
                        <a:rPr lang="en-US" sz="2000" b="0" dirty="0" err="1">
                          <a:latin typeface="Courier New" panose="02070309020205020404" pitchFamily="49" charset="0"/>
                          <a:cs typeface="Courier New" panose="02070309020205020404" pitchFamily="49" charset="0"/>
                        </a:rPr>
                        <a:t>percent_visits_smoothed_influenza</a:t>
                      </a:r>
                      <a:r>
                        <a:rPr lang="en-US" sz="2000" b="0" dirty="0">
                          <a:latin typeface="Courier New" panose="02070309020205020404" pitchFamily="49" charset="0"/>
                          <a:cs typeface="Courier New" panose="02070309020205020404" pitchFamily="49" charset="0"/>
                        </a:rPr>
                        <a:t>) </a:t>
                      </a:r>
                    </a:p>
                  </a:txBody>
                  <a:tcPr anchor="ctr"/>
                </a:tc>
                <a:tc>
                  <a:txBody>
                    <a:bodyPr/>
                    <a:lstStyle/>
                    <a:p>
                      <a:pPr algn="ctr" fontAlgn="b">
                        <a:buNone/>
                      </a:pPr>
                      <a:r>
                        <a:rPr lang="en-US" sz="2000" b="0" i="0" u="none" strike="noStrike" dirty="0">
                          <a:solidFill>
                            <a:srgbClr val="000000"/>
                          </a:solidFill>
                          <a:effectLst/>
                          <a:latin typeface="Arial" panose="020B0604020202020204" pitchFamily="34" charset="0"/>
                          <a:cs typeface="Arial" panose="020B0604020202020204" pitchFamily="34" charset="0"/>
                        </a:rPr>
                        <a:t>National Wastewater Viral Activity </a:t>
                      </a:r>
                      <a:r>
                        <a:rPr lang="en-US" sz="2000" b="0" i="0" u="none" strike="noStrike" dirty="0">
                          <a:solidFill>
                            <a:srgbClr val="000000"/>
                          </a:solidFill>
                          <a:effectLst/>
                          <a:latin typeface="Courier New" panose="02070309020205020404" pitchFamily="49" charset="0"/>
                          <a:cs typeface="Courier New" panose="02070309020205020404" pitchFamily="49" charset="0"/>
                        </a:rPr>
                        <a:t>(National WVAL)</a:t>
                      </a:r>
                    </a:p>
                  </a:txBody>
                  <a:tcPr marL="7620" marR="7620" marT="7620" marB="0" anchor="ctr"/>
                </a:tc>
                <a:extLst>
                  <a:ext uri="{0D108BD9-81ED-4DB2-BD59-A6C34878D82A}">
                    <a16:rowId xmlns:a16="http://schemas.microsoft.com/office/drawing/2014/main" val="4000487701"/>
                  </a:ext>
                </a:extLst>
              </a:tr>
              <a:tr h="1253355">
                <a:tc>
                  <a:txBody>
                    <a:bodyPr/>
                    <a:lstStyle/>
                    <a:p>
                      <a:pPr algn="ctr"/>
                      <a:r>
                        <a:rPr lang="en-US" sz="2000" b="0" dirty="0">
                          <a:latin typeface="Courier New" panose="02070309020205020404" pitchFamily="49" charset="0"/>
                          <a:cs typeface="Courier New" panose="02070309020205020404" pitchFamily="49" charset="0"/>
                        </a:rPr>
                        <a:t>Percent Change in the Total Influenza Admissions from Prior Week</a:t>
                      </a:r>
                    </a:p>
                  </a:txBody>
                  <a:tcPr anchor="ctr"/>
                </a:tc>
                <a:tc>
                  <a:txBody>
                    <a:bodyPr/>
                    <a:lstStyle/>
                    <a:p>
                      <a:pPr algn="ctr"/>
                      <a:r>
                        <a:rPr lang="en-US" sz="2000" b="0" dirty="0">
                          <a:latin typeface="Arial" panose="020B0604020202020204" pitchFamily="34" charset="0"/>
                          <a:cs typeface="Arial" panose="020B0604020202020204" pitchFamily="34" charset="0"/>
                        </a:rPr>
                        <a:t>% ED Visits with a discharge diagnosis of Influenza</a:t>
                      </a:r>
                    </a:p>
                    <a:p>
                      <a:pPr algn="ctr"/>
                      <a:r>
                        <a:rPr lang="en-US" sz="2000" b="0" dirty="0">
                          <a:latin typeface="Courier New" panose="02070309020205020404" pitchFamily="49" charset="0"/>
                          <a:cs typeface="Courier New" panose="02070309020205020404" pitchFamily="49" charset="0"/>
                        </a:rPr>
                        <a:t>(</a:t>
                      </a:r>
                      <a:r>
                        <a:rPr lang="en-US" sz="2000" b="0" dirty="0" err="1">
                          <a:latin typeface="Courier New" panose="02070309020205020404" pitchFamily="49" charset="0"/>
                          <a:cs typeface="Courier New" panose="02070309020205020404" pitchFamily="49" charset="0"/>
                        </a:rPr>
                        <a:t>percent_visits_influenza</a:t>
                      </a:r>
                      <a:r>
                        <a:rPr lang="en-US" sz="2000" b="0" dirty="0">
                          <a:latin typeface="Courier New" panose="02070309020205020404" pitchFamily="49" charset="0"/>
                          <a:cs typeface="Courier New" panose="02070309020205020404" pitchFamily="49" charset="0"/>
                        </a:rPr>
                        <a:t>) </a:t>
                      </a:r>
                    </a:p>
                  </a:txBody>
                  <a:tcPr anchor="ctr"/>
                </a:tc>
                <a:tc>
                  <a:txBody>
                    <a:bodyPr/>
                    <a:lstStyle/>
                    <a:p>
                      <a:pPr algn="ctr"/>
                      <a:r>
                        <a:rPr lang="en-US" sz="2000" b="0" dirty="0">
                          <a:latin typeface="Courier New" panose="02070309020205020404" pitchFamily="49" charset="0"/>
                          <a:cs typeface="Courier New" panose="02070309020205020404" pitchFamily="49" charset="0"/>
                        </a:rPr>
                        <a:t>-</a:t>
                      </a:r>
                    </a:p>
                  </a:txBody>
                  <a:tcPr anchor="ctr"/>
                </a:tc>
                <a:extLst>
                  <a:ext uri="{0D108BD9-81ED-4DB2-BD59-A6C34878D82A}">
                    <a16:rowId xmlns:a16="http://schemas.microsoft.com/office/drawing/2014/main" val="3267498914"/>
                  </a:ext>
                </a:extLst>
              </a:tr>
              <a:tr h="1077037">
                <a:tc>
                  <a:txBody>
                    <a:bodyPr/>
                    <a:lstStyle/>
                    <a:p>
                      <a:pPr algn="ctr"/>
                      <a:r>
                        <a:rPr lang="en-US" sz="2000" b="0" dirty="0">
                          <a:latin typeface="Courier New" panose="02070309020205020404" pitchFamily="49" charset="0"/>
                          <a:cs typeface="Courier New" panose="02070309020205020404" pitchFamily="49" charset="0"/>
                        </a:rPr>
                        <a:t>Number of Adult Influenza Admissions, 18-49 years</a:t>
                      </a:r>
                    </a:p>
                  </a:txBody>
                  <a:tcPr anchor="ctr"/>
                </a:tc>
                <a:tc>
                  <a:txBody>
                    <a:bodyPr/>
                    <a:lstStyle/>
                    <a:p>
                      <a:pPr algn="ctr"/>
                      <a:r>
                        <a:rPr lang="en-US" sz="2000" b="0" dirty="0">
                          <a:latin typeface="Courier New" panose="02070309020205020404" pitchFamily="49" charset="0"/>
                          <a:cs typeface="Courier New" panose="02070309020205020404" pitchFamily="49" charset="0"/>
                        </a:rPr>
                        <a:t>-</a:t>
                      </a:r>
                    </a:p>
                  </a:txBody>
                  <a:tcPr anchor="ctr"/>
                </a:tc>
                <a:tc>
                  <a:txBody>
                    <a:bodyPr/>
                    <a:lstStyle/>
                    <a:p>
                      <a:pPr algn="ctr"/>
                      <a:r>
                        <a:rPr lang="en-US" sz="2000" b="0" dirty="0">
                          <a:latin typeface="Courier New" panose="02070309020205020404" pitchFamily="49" charset="0"/>
                          <a:cs typeface="Courier New" panose="02070309020205020404" pitchFamily="49" charset="0"/>
                        </a:rPr>
                        <a:t>-</a:t>
                      </a:r>
                    </a:p>
                  </a:txBody>
                  <a:tcPr anchor="ctr"/>
                </a:tc>
                <a:extLst>
                  <a:ext uri="{0D108BD9-81ED-4DB2-BD59-A6C34878D82A}">
                    <a16:rowId xmlns:a16="http://schemas.microsoft.com/office/drawing/2014/main" val="2193365676"/>
                  </a:ext>
                </a:extLst>
              </a:tr>
            </a:tbl>
          </a:graphicData>
        </a:graphic>
      </p:graphicFrame>
      <p:sp>
        <p:nvSpPr>
          <p:cNvPr id="5" name="TextBox 4">
            <a:extLst>
              <a:ext uri="{FF2B5EF4-FFF2-40B4-BE49-F238E27FC236}">
                <a16:creationId xmlns:a16="http://schemas.microsoft.com/office/drawing/2014/main" id="{5E034038-08E6-178F-EFF6-B1A3522169D3}"/>
              </a:ext>
            </a:extLst>
          </p:cNvPr>
          <p:cNvSpPr txBox="1"/>
          <p:nvPr/>
        </p:nvSpPr>
        <p:spPr>
          <a:xfrm>
            <a:off x="651565" y="6087594"/>
            <a:ext cx="10763780" cy="492443"/>
          </a:xfrm>
          <a:prstGeom prst="rect">
            <a:avLst/>
          </a:prstGeom>
          <a:noFill/>
        </p:spPr>
        <p:txBody>
          <a:bodyPr wrap="square" rtlCol="0">
            <a:spAutoFit/>
          </a:bodyPr>
          <a:lstStyle/>
          <a:p>
            <a:r>
              <a:rPr lang="en-US" sz="1300" i="1" dirty="0">
                <a:solidFill>
                  <a:schemeClr val="bg2">
                    <a:lumMod val="50000"/>
                  </a:schemeClr>
                </a:solidFill>
                <a:latin typeface="Arial" panose="020B0604020202020204" pitchFamily="34" charset="0"/>
                <a:cs typeface="Arial" panose="020B0604020202020204" pitchFamily="34" charset="0"/>
              </a:rPr>
              <a:t>*   For additional information on the CDC(NSSP) data set, please see </a:t>
            </a:r>
            <a:r>
              <a:rPr lang="en-US" sz="1300" i="1" dirty="0">
                <a:solidFill>
                  <a:schemeClr val="bg2">
                    <a:lumMod val="50000"/>
                  </a:schemeClr>
                </a:solidFill>
                <a:latin typeface="Arial" panose="020B0604020202020204" pitchFamily="34" charset="0"/>
                <a:cs typeface="Arial" panose="020B0604020202020204" pitchFamily="34" charset="0"/>
                <a:hlinkClick r:id="rId3"/>
              </a:rPr>
              <a:t>https://cmu-delphi.github.io/delphi-epidata/api/covidcast-signals/nssp.html </a:t>
            </a:r>
            <a:endParaRPr lang="en-US" sz="1300" i="1" dirty="0">
              <a:solidFill>
                <a:schemeClr val="bg2">
                  <a:lumMod val="50000"/>
                </a:schemeClr>
              </a:solidFill>
              <a:latin typeface="Arial" panose="020B0604020202020204" pitchFamily="34" charset="0"/>
              <a:cs typeface="Arial" panose="020B0604020202020204" pitchFamily="34" charset="0"/>
            </a:endParaRPr>
          </a:p>
          <a:p>
            <a:r>
              <a:rPr lang="en-US" sz="1300" i="1" dirty="0">
                <a:solidFill>
                  <a:schemeClr val="bg2">
                    <a:lumMod val="50000"/>
                  </a:schemeClr>
                </a:solidFill>
                <a:latin typeface="Arial" panose="020B0604020202020204" pitchFamily="34" charset="0"/>
                <a:cs typeface="Arial" panose="020B0604020202020204" pitchFamily="34" charset="0"/>
              </a:rPr>
              <a:t>** For additional information on the CDC(NWSS) data set, please see </a:t>
            </a:r>
            <a:r>
              <a:rPr lang="en-US" sz="1300" i="1" dirty="0">
                <a:solidFill>
                  <a:schemeClr val="bg2">
                    <a:lumMod val="50000"/>
                  </a:schemeClr>
                </a:solidFill>
                <a:latin typeface="Arial" panose="020B0604020202020204" pitchFamily="34" charset="0"/>
                <a:cs typeface="Arial" panose="020B0604020202020204" pitchFamily="34" charset="0"/>
                <a:hlinkClick r:id="rId4"/>
              </a:rPr>
              <a:t>https://www.cdc.gov/wastewater/about/data-methods.html</a:t>
            </a:r>
            <a:endParaRPr lang="en-US" sz="1300" i="1" dirty="0">
              <a:solidFill>
                <a:schemeClr val="bg2">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393591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990F476A-7E32-4BFF-BD92-A8B79116ED1F}"/>
              </a:ext>
            </a:extLst>
          </p:cNvPr>
          <p:cNvSpPr/>
          <p:nvPr/>
        </p:nvSpPr>
        <p:spPr>
          <a:xfrm>
            <a:off x="5282318" y="118483"/>
            <a:ext cx="2072839" cy="1685925"/>
          </a:xfrm>
          <a:prstGeom prst="ellipse">
            <a:avLst/>
          </a:prstGeom>
          <a:noFill/>
          <a:ln w="19050" cap="flat" cmpd="sng" algn="ctr">
            <a:solidFill>
              <a:schemeClr val="bg2">
                <a:lumMod val="75000"/>
              </a:scheme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en-US" dirty="0">
                <a:solidFill>
                  <a:schemeClr val="tx1"/>
                </a:solidFill>
                <a:latin typeface="Arial" panose="020B0604020202020204" pitchFamily="34" charset="0"/>
                <a:cs typeface="Arial" panose="020B0604020202020204" pitchFamily="34" charset="0"/>
              </a:rPr>
              <a:t>2. </a:t>
            </a:r>
            <a:r>
              <a:rPr lang="en-US" b="1" dirty="0">
                <a:solidFill>
                  <a:schemeClr val="accent2"/>
                </a:solidFill>
                <a:latin typeface="Arial" panose="020B0604020202020204" pitchFamily="34" charset="0"/>
                <a:cs typeface="Arial" panose="020B0604020202020204" pitchFamily="34" charset="0"/>
              </a:rPr>
              <a:t>Incorporate </a:t>
            </a:r>
            <a:r>
              <a:rPr lang="en-US" dirty="0">
                <a:solidFill>
                  <a:sysClr val="windowText" lastClr="000000"/>
                </a:solidFill>
                <a:latin typeface="Arial" panose="020B0604020202020204" pitchFamily="34" charset="0"/>
                <a:cs typeface="Arial" panose="020B0604020202020204" pitchFamily="34" charset="0"/>
              </a:rPr>
              <a:t>the leading indicator</a:t>
            </a:r>
          </a:p>
        </p:txBody>
      </p:sp>
      <p:sp>
        <p:nvSpPr>
          <p:cNvPr id="3" name="Oval 2">
            <a:extLst>
              <a:ext uri="{FF2B5EF4-FFF2-40B4-BE49-F238E27FC236}">
                <a16:creationId xmlns:a16="http://schemas.microsoft.com/office/drawing/2014/main" id="{818B0EB0-6E92-444A-8B96-93E30ABA1EAB}"/>
              </a:ext>
            </a:extLst>
          </p:cNvPr>
          <p:cNvSpPr/>
          <p:nvPr/>
        </p:nvSpPr>
        <p:spPr>
          <a:xfrm>
            <a:off x="9288096" y="1173826"/>
            <a:ext cx="2072839" cy="1685925"/>
          </a:xfrm>
          <a:prstGeom prst="ellipse">
            <a:avLst/>
          </a:prstGeom>
          <a:noFill/>
          <a:ln w="19050" cap="flat" cmpd="sng" algn="ctr">
            <a:solidFill>
              <a:schemeClr val="bg2">
                <a:lumMod val="75000"/>
              </a:scheme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en-US" dirty="0">
                <a:solidFill>
                  <a:sysClr val="windowText" lastClr="000000"/>
                </a:solidFill>
                <a:latin typeface="Arial" panose="020B0604020202020204" pitchFamily="34" charset="0"/>
                <a:cs typeface="Arial" panose="020B0604020202020204" pitchFamily="34" charset="0"/>
              </a:rPr>
              <a:t>3. Compute the </a:t>
            </a:r>
            <a:r>
              <a:rPr lang="en-US" b="1" dirty="0">
                <a:solidFill>
                  <a:schemeClr val="accent2"/>
                </a:solidFill>
                <a:latin typeface="Arial" panose="020B0604020202020204" pitchFamily="34" charset="0"/>
                <a:cs typeface="Arial" panose="020B0604020202020204" pitchFamily="34" charset="0"/>
              </a:rPr>
              <a:t>evaluation </a:t>
            </a:r>
            <a:r>
              <a:rPr lang="en-US" dirty="0">
                <a:solidFill>
                  <a:sysClr val="windowText" lastClr="000000"/>
                </a:solidFill>
                <a:latin typeface="Arial" panose="020B0604020202020204" pitchFamily="34" charset="0"/>
                <a:cs typeface="Arial" panose="020B0604020202020204" pitchFamily="34" charset="0"/>
              </a:rPr>
              <a:t>metrics</a:t>
            </a:r>
          </a:p>
        </p:txBody>
      </p:sp>
      <p:sp>
        <p:nvSpPr>
          <p:cNvPr id="5" name="Oval 4">
            <a:extLst>
              <a:ext uri="{FF2B5EF4-FFF2-40B4-BE49-F238E27FC236}">
                <a16:creationId xmlns:a16="http://schemas.microsoft.com/office/drawing/2014/main" id="{DAA6CDF5-7A5E-472C-BCAB-9227A99AC2FE}"/>
              </a:ext>
            </a:extLst>
          </p:cNvPr>
          <p:cNvSpPr/>
          <p:nvPr/>
        </p:nvSpPr>
        <p:spPr>
          <a:xfrm>
            <a:off x="9288095" y="4048505"/>
            <a:ext cx="2072839" cy="1685925"/>
          </a:xfrm>
          <a:prstGeom prst="ellipse">
            <a:avLst/>
          </a:prstGeom>
          <a:noFill/>
          <a:ln w="19050" cap="flat" cmpd="sng" algn="ctr">
            <a:solidFill>
              <a:schemeClr val="bg2">
                <a:lumMod val="75000"/>
              </a:scheme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en-US" dirty="0">
                <a:solidFill>
                  <a:schemeClr val="tx1"/>
                </a:solidFill>
                <a:latin typeface="Arial" panose="020B0604020202020204" pitchFamily="34" charset="0"/>
                <a:cs typeface="Arial" panose="020B0604020202020204" pitchFamily="34" charset="0"/>
              </a:rPr>
              <a:t>4. </a:t>
            </a:r>
            <a:r>
              <a:rPr lang="en-US" b="1" dirty="0">
                <a:solidFill>
                  <a:schemeClr val="accent2"/>
                </a:solidFill>
                <a:latin typeface="Arial" panose="020B0604020202020204" pitchFamily="34" charset="0"/>
                <a:cs typeface="Arial" panose="020B0604020202020204" pitchFamily="34" charset="0"/>
              </a:rPr>
              <a:t>Compare </a:t>
            </a:r>
            <a:r>
              <a:rPr lang="en-US" dirty="0">
                <a:solidFill>
                  <a:sysClr val="windowText" lastClr="000000"/>
                </a:solidFill>
                <a:latin typeface="Arial" panose="020B0604020202020204" pitchFamily="34" charset="0"/>
                <a:cs typeface="Arial" panose="020B0604020202020204" pitchFamily="34" charset="0"/>
              </a:rPr>
              <a:t>against current </a:t>
            </a:r>
            <a:r>
              <a:rPr lang="en-US" i="1" dirty="0">
                <a:solidFill>
                  <a:sysClr val="windowText" lastClr="000000"/>
                </a:solidFill>
                <a:latin typeface="Arial" panose="020B0604020202020204" pitchFamily="34" charset="0"/>
                <a:cs typeface="Arial" panose="020B0604020202020204" pitchFamily="34" charset="0"/>
              </a:rPr>
              <a:t>best </a:t>
            </a:r>
            <a:r>
              <a:rPr lang="en-US" dirty="0">
                <a:solidFill>
                  <a:sysClr val="windowText" lastClr="000000"/>
                </a:solidFill>
                <a:latin typeface="Arial" panose="020B0604020202020204" pitchFamily="34" charset="0"/>
                <a:cs typeface="Arial" panose="020B0604020202020204" pitchFamily="34" charset="0"/>
              </a:rPr>
              <a:t>model</a:t>
            </a:r>
          </a:p>
        </p:txBody>
      </p:sp>
      <p:sp>
        <p:nvSpPr>
          <p:cNvPr id="6" name="Oval 5">
            <a:extLst>
              <a:ext uri="{FF2B5EF4-FFF2-40B4-BE49-F238E27FC236}">
                <a16:creationId xmlns:a16="http://schemas.microsoft.com/office/drawing/2014/main" id="{2476D9DB-CBA4-4409-9247-A5826D32923B}"/>
              </a:ext>
            </a:extLst>
          </p:cNvPr>
          <p:cNvSpPr/>
          <p:nvPr/>
        </p:nvSpPr>
        <p:spPr>
          <a:xfrm>
            <a:off x="5308962" y="4979938"/>
            <a:ext cx="2072839" cy="1685925"/>
          </a:xfrm>
          <a:prstGeom prst="ellipse">
            <a:avLst/>
          </a:prstGeom>
          <a:noFill/>
          <a:ln w="19050" cap="flat" cmpd="sng" algn="ctr">
            <a:solidFill>
              <a:schemeClr val="bg2">
                <a:lumMod val="75000"/>
              </a:scheme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en-US" dirty="0">
                <a:solidFill>
                  <a:schemeClr val="tx1"/>
                </a:solidFill>
                <a:latin typeface="Arial" panose="020B0604020202020204" pitchFamily="34" charset="0"/>
                <a:cs typeface="Arial" panose="020B0604020202020204" pitchFamily="34" charset="0"/>
              </a:rPr>
              <a:t>5</a:t>
            </a:r>
            <a:r>
              <a:rPr lang="en-US" b="1" dirty="0">
                <a:solidFill>
                  <a:schemeClr val="tx1"/>
                </a:solidFill>
                <a:latin typeface="Arial" panose="020B0604020202020204" pitchFamily="34" charset="0"/>
                <a:cs typeface="Arial" panose="020B0604020202020204" pitchFamily="34" charset="0"/>
              </a:rPr>
              <a:t>.</a:t>
            </a:r>
            <a:r>
              <a:rPr lang="en-US" b="1" dirty="0">
                <a:solidFill>
                  <a:schemeClr val="accent2"/>
                </a:solidFill>
                <a:latin typeface="Arial" panose="020B0604020202020204" pitchFamily="34" charset="0"/>
                <a:cs typeface="Arial" panose="020B0604020202020204" pitchFamily="34" charset="0"/>
              </a:rPr>
              <a:t> Decide </a:t>
            </a:r>
            <a:r>
              <a:rPr lang="en-US" dirty="0">
                <a:solidFill>
                  <a:sysClr val="windowText" lastClr="000000"/>
                </a:solidFill>
                <a:latin typeface="Arial" panose="020B0604020202020204" pitchFamily="34" charset="0"/>
                <a:cs typeface="Arial" panose="020B0604020202020204" pitchFamily="34" charset="0"/>
              </a:rPr>
              <a:t>whether to </a:t>
            </a:r>
            <a:r>
              <a:rPr lang="en-US" b="1" dirty="0">
                <a:solidFill>
                  <a:schemeClr val="accent2"/>
                </a:solidFill>
                <a:latin typeface="Arial" panose="020B0604020202020204" pitchFamily="34" charset="0"/>
                <a:cs typeface="Arial" panose="020B0604020202020204" pitchFamily="34" charset="0"/>
              </a:rPr>
              <a:t>include</a:t>
            </a:r>
            <a:r>
              <a:rPr lang="en-US" dirty="0">
                <a:solidFill>
                  <a:sysClr val="windowText" lastClr="000000"/>
                </a:solidFill>
                <a:latin typeface="Arial" panose="020B0604020202020204" pitchFamily="34" charset="0"/>
                <a:cs typeface="Arial" panose="020B0604020202020204" pitchFamily="34" charset="0"/>
              </a:rPr>
              <a:t> the indicator </a:t>
            </a:r>
          </a:p>
        </p:txBody>
      </p:sp>
      <p:sp>
        <p:nvSpPr>
          <p:cNvPr id="7" name="Oval 6">
            <a:extLst>
              <a:ext uri="{FF2B5EF4-FFF2-40B4-BE49-F238E27FC236}">
                <a16:creationId xmlns:a16="http://schemas.microsoft.com/office/drawing/2014/main" id="{12A1AE16-08C5-4E9D-95B4-7A2C40267DF6}"/>
              </a:ext>
            </a:extLst>
          </p:cNvPr>
          <p:cNvSpPr/>
          <p:nvPr/>
        </p:nvSpPr>
        <p:spPr>
          <a:xfrm>
            <a:off x="386715" y="4891467"/>
            <a:ext cx="2072839" cy="1685925"/>
          </a:xfrm>
          <a:prstGeom prst="ellipse">
            <a:avLst/>
          </a:prstGeom>
          <a:noFill/>
          <a:ln w="19050" cap="flat" cmpd="sng" algn="ctr">
            <a:solidFill>
              <a:schemeClr val="bg2">
                <a:lumMod val="75000"/>
              </a:scheme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en-US" b="1" dirty="0">
                <a:solidFill>
                  <a:schemeClr val="accent2"/>
                </a:solidFill>
                <a:latin typeface="Arial" panose="020B0604020202020204" pitchFamily="34" charset="0"/>
                <a:cs typeface="Arial" panose="020B0604020202020204" pitchFamily="34" charset="0"/>
              </a:rPr>
              <a:t>Final Model</a:t>
            </a:r>
          </a:p>
        </p:txBody>
      </p:sp>
      <p:sp>
        <p:nvSpPr>
          <p:cNvPr id="8" name="Oval 7">
            <a:extLst>
              <a:ext uri="{FF2B5EF4-FFF2-40B4-BE49-F238E27FC236}">
                <a16:creationId xmlns:a16="http://schemas.microsoft.com/office/drawing/2014/main" id="{856B2D1D-4D7F-4DCE-9574-A6DB0CF3C5A2}"/>
              </a:ext>
            </a:extLst>
          </p:cNvPr>
          <p:cNvSpPr/>
          <p:nvPr/>
        </p:nvSpPr>
        <p:spPr>
          <a:xfrm>
            <a:off x="309678" y="1226720"/>
            <a:ext cx="2072839" cy="1685925"/>
          </a:xfrm>
          <a:prstGeom prst="ellipse">
            <a:avLst/>
          </a:prstGeom>
          <a:noFill/>
          <a:ln w="19050" cap="flat" cmpd="sng" algn="ctr">
            <a:solidFill>
              <a:schemeClr val="bg2">
                <a:lumMod val="75000"/>
              </a:scheme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en-US" dirty="0">
                <a:solidFill>
                  <a:sysClr val="windowText" lastClr="000000"/>
                </a:solidFill>
                <a:latin typeface="Arial" panose="020B0604020202020204" pitchFamily="34" charset="0"/>
                <a:cs typeface="Arial" panose="020B0604020202020204" pitchFamily="34" charset="0"/>
              </a:rPr>
              <a:t>1. Pick </a:t>
            </a:r>
            <a:r>
              <a:rPr lang="en-US" b="1" dirty="0">
                <a:solidFill>
                  <a:schemeClr val="accent2"/>
                </a:solidFill>
                <a:latin typeface="Arial" panose="020B0604020202020204" pitchFamily="34" charset="0"/>
                <a:cs typeface="Arial" panose="020B0604020202020204" pitchFamily="34" charset="0"/>
              </a:rPr>
              <a:t>ONE</a:t>
            </a:r>
            <a:r>
              <a:rPr lang="en-US" dirty="0">
                <a:solidFill>
                  <a:sysClr val="windowText" lastClr="000000"/>
                </a:solidFill>
                <a:latin typeface="Arial" panose="020B0604020202020204" pitchFamily="34" charset="0"/>
                <a:cs typeface="Arial" panose="020B0604020202020204" pitchFamily="34" charset="0"/>
              </a:rPr>
              <a:t> relevant leading indicator </a:t>
            </a:r>
          </a:p>
        </p:txBody>
      </p:sp>
      <p:sp>
        <p:nvSpPr>
          <p:cNvPr id="9" name="Arrow: Right 8">
            <a:extLst>
              <a:ext uri="{FF2B5EF4-FFF2-40B4-BE49-F238E27FC236}">
                <a16:creationId xmlns:a16="http://schemas.microsoft.com/office/drawing/2014/main" id="{D531C9A7-6AC1-4502-A705-9E3263A263F0}"/>
              </a:ext>
            </a:extLst>
          </p:cNvPr>
          <p:cNvSpPr/>
          <p:nvPr/>
        </p:nvSpPr>
        <p:spPr>
          <a:xfrm rot="1128717">
            <a:off x="7394026" y="1099602"/>
            <a:ext cx="2010913" cy="408942"/>
          </a:xfrm>
          <a:prstGeom prst="rightArrow">
            <a:avLst/>
          </a:prstGeom>
          <a:noFill/>
          <a:ln w="19050" cap="flat" cmpd="sng" algn="ctr">
            <a:solidFill>
              <a:schemeClr val="bg2">
                <a:lumMod val="75000"/>
              </a:scheme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ysClr val="windowText" lastClr="000000"/>
              </a:solidFill>
            </a:endParaRPr>
          </a:p>
        </p:txBody>
      </p:sp>
      <p:sp>
        <p:nvSpPr>
          <p:cNvPr id="10" name="Arrow: Right 9">
            <a:extLst>
              <a:ext uri="{FF2B5EF4-FFF2-40B4-BE49-F238E27FC236}">
                <a16:creationId xmlns:a16="http://schemas.microsoft.com/office/drawing/2014/main" id="{67D667AE-EDA3-47D9-BF33-2C28F4AB53D7}"/>
              </a:ext>
            </a:extLst>
          </p:cNvPr>
          <p:cNvSpPr/>
          <p:nvPr/>
        </p:nvSpPr>
        <p:spPr>
          <a:xfrm rot="5400000">
            <a:off x="9816496" y="3260111"/>
            <a:ext cx="1016036" cy="411480"/>
          </a:xfrm>
          <a:prstGeom prst="rightArrow">
            <a:avLst/>
          </a:prstGeom>
          <a:noFill/>
          <a:ln w="19050" cap="flat" cmpd="sng" algn="ctr">
            <a:solidFill>
              <a:schemeClr val="bg2">
                <a:lumMod val="75000"/>
              </a:scheme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ysClr val="windowText" lastClr="000000"/>
              </a:solidFill>
            </a:endParaRPr>
          </a:p>
        </p:txBody>
      </p:sp>
      <p:sp>
        <p:nvSpPr>
          <p:cNvPr id="11" name="Arrow: Right 10">
            <a:extLst>
              <a:ext uri="{FF2B5EF4-FFF2-40B4-BE49-F238E27FC236}">
                <a16:creationId xmlns:a16="http://schemas.microsoft.com/office/drawing/2014/main" id="{7A284687-43AF-4643-BA51-55E79F3EB24E}"/>
              </a:ext>
            </a:extLst>
          </p:cNvPr>
          <p:cNvSpPr/>
          <p:nvPr/>
        </p:nvSpPr>
        <p:spPr>
          <a:xfrm rot="9774556">
            <a:off x="7396284" y="5321080"/>
            <a:ext cx="1920240" cy="411480"/>
          </a:xfrm>
          <a:prstGeom prst="rightArrow">
            <a:avLst/>
          </a:prstGeom>
          <a:noFill/>
          <a:ln w="19050" cap="flat" cmpd="sng" algn="ctr">
            <a:solidFill>
              <a:schemeClr val="bg2">
                <a:lumMod val="75000"/>
              </a:scheme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ysClr val="windowText" lastClr="000000"/>
              </a:solidFill>
            </a:endParaRPr>
          </a:p>
        </p:txBody>
      </p:sp>
      <p:sp>
        <p:nvSpPr>
          <p:cNvPr id="13" name="Arrow: Right 12">
            <a:extLst>
              <a:ext uri="{FF2B5EF4-FFF2-40B4-BE49-F238E27FC236}">
                <a16:creationId xmlns:a16="http://schemas.microsoft.com/office/drawing/2014/main" id="{E58F65CF-3DDE-44CF-BA27-3E50DF5BA83C}"/>
              </a:ext>
            </a:extLst>
          </p:cNvPr>
          <p:cNvSpPr/>
          <p:nvPr/>
        </p:nvSpPr>
        <p:spPr>
          <a:xfrm rot="20553675">
            <a:off x="2497955" y="1262701"/>
            <a:ext cx="2702546" cy="411480"/>
          </a:xfrm>
          <a:prstGeom prst="rightArrow">
            <a:avLst/>
          </a:prstGeom>
          <a:noFill/>
          <a:ln w="19050" cap="flat" cmpd="sng" algn="ctr">
            <a:solidFill>
              <a:schemeClr val="bg2">
                <a:lumMod val="75000"/>
              </a:scheme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ysClr val="windowText" lastClr="000000"/>
              </a:solidFill>
            </a:endParaRPr>
          </a:p>
        </p:txBody>
      </p:sp>
      <p:sp>
        <p:nvSpPr>
          <p:cNvPr id="14" name="Arrow: Right 13">
            <a:extLst>
              <a:ext uri="{FF2B5EF4-FFF2-40B4-BE49-F238E27FC236}">
                <a16:creationId xmlns:a16="http://schemas.microsoft.com/office/drawing/2014/main" id="{C6E32BCF-84A6-4770-8FD3-A98B49FDA764}"/>
              </a:ext>
            </a:extLst>
          </p:cNvPr>
          <p:cNvSpPr/>
          <p:nvPr/>
        </p:nvSpPr>
        <p:spPr>
          <a:xfrm rot="12799265">
            <a:off x="1380861" y="3900164"/>
            <a:ext cx="4265901" cy="470800"/>
          </a:xfrm>
          <a:prstGeom prst="rightArrow">
            <a:avLst/>
          </a:prstGeom>
          <a:noFill/>
          <a:ln w="19050" cap="flat" cmpd="sng" algn="ctr">
            <a:solidFill>
              <a:schemeClr val="bg2">
                <a:lumMod val="75000"/>
              </a:scheme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ysClr val="windowText" lastClr="000000"/>
              </a:solidFill>
            </a:endParaRPr>
          </a:p>
        </p:txBody>
      </p:sp>
      <p:sp>
        <p:nvSpPr>
          <p:cNvPr id="16" name="Arrow: Right 15">
            <a:extLst>
              <a:ext uri="{FF2B5EF4-FFF2-40B4-BE49-F238E27FC236}">
                <a16:creationId xmlns:a16="http://schemas.microsoft.com/office/drawing/2014/main" id="{37071F6C-F732-BBFF-F240-B4C564647D78}"/>
              </a:ext>
            </a:extLst>
          </p:cNvPr>
          <p:cNvSpPr/>
          <p:nvPr/>
        </p:nvSpPr>
        <p:spPr>
          <a:xfrm rot="10800000">
            <a:off x="2508049" y="5633591"/>
            <a:ext cx="2692003" cy="411480"/>
          </a:xfrm>
          <a:prstGeom prst="rightArrow">
            <a:avLst/>
          </a:prstGeom>
          <a:noFill/>
          <a:ln w="19050" cap="flat" cmpd="sng" algn="ctr">
            <a:solidFill>
              <a:schemeClr val="bg2">
                <a:lumMod val="75000"/>
              </a:scheme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ysClr val="windowText" lastClr="000000"/>
              </a:solidFill>
            </a:endParaRPr>
          </a:p>
        </p:txBody>
      </p:sp>
      <p:sp>
        <p:nvSpPr>
          <p:cNvPr id="20" name="TextBox 19">
            <a:extLst>
              <a:ext uri="{FF2B5EF4-FFF2-40B4-BE49-F238E27FC236}">
                <a16:creationId xmlns:a16="http://schemas.microsoft.com/office/drawing/2014/main" id="{B167842C-CC9F-5AB0-AE6C-1F9DE7A61EB3}"/>
              </a:ext>
            </a:extLst>
          </p:cNvPr>
          <p:cNvSpPr txBox="1"/>
          <p:nvPr/>
        </p:nvSpPr>
        <p:spPr>
          <a:xfrm>
            <a:off x="3595983" y="2375486"/>
            <a:ext cx="5949707" cy="2015936"/>
          </a:xfrm>
          <a:prstGeom prst="rect">
            <a:avLst/>
          </a:prstGeom>
          <a:noFill/>
        </p:spPr>
        <p:txBody>
          <a:bodyPr wrap="none" rtlCol="0">
            <a:spAutoFit/>
          </a:bodyPr>
          <a:lstStyle/>
          <a:p>
            <a:pPr algn="ctr"/>
            <a:r>
              <a:rPr lang="en-US" sz="2500" b="1" dirty="0">
                <a:solidFill>
                  <a:srgbClr val="7030A0"/>
                </a:solidFill>
                <a:latin typeface="Arial" panose="020B0604020202020204" pitchFamily="34" charset="0"/>
                <a:cs typeface="Arial" panose="020B0604020202020204" pitchFamily="34" charset="0"/>
              </a:rPr>
              <a:t>General Leading Indicator Process </a:t>
            </a:r>
          </a:p>
          <a:p>
            <a:pPr algn="ctr"/>
            <a:endParaRPr lang="en-US" sz="2500" dirty="0">
              <a:latin typeface="Arial" panose="020B0604020202020204" pitchFamily="34" charset="0"/>
              <a:cs typeface="Arial" panose="020B0604020202020204" pitchFamily="34" charset="0"/>
            </a:endParaRPr>
          </a:p>
          <a:p>
            <a:pPr algn="ctr"/>
            <a:r>
              <a:rPr lang="en-US" sz="2500" b="1" dirty="0">
                <a:latin typeface="Arial" panose="020B0604020202020204" pitchFamily="34" charset="0"/>
                <a:cs typeface="Arial" panose="020B0604020202020204" pitchFamily="34" charset="0"/>
              </a:rPr>
              <a:t>Please Note:</a:t>
            </a:r>
            <a:r>
              <a:rPr lang="en-US" sz="2500" dirty="0">
                <a:latin typeface="Arial" panose="020B0604020202020204" pitchFamily="34" charset="0"/>
                <a:cs typeface="Arial" panose="020B0604020202020204" pitchFamily="34" charset="0"/>
              </a:rPr>
              <a:t> This is one very simplified </a:t>
            </a:r>
          </a:p>
          <a:p>
            <a:pPr algn="ctr"/>
            <a:r>
              <a:rPr lang="en-US" sz="2500" dirty="0">
                <a:latin typeface="Arial" panose="020B0604020202020204" pitchFamily="34" charset="0"/>
                <a:cs typeface="Arial" panose="020B0604020202020204" pitchFamily="34" charset="0"/>
              </a:rPr>
              <a:t>down process; there are many more </a:t>
            </a:r>
          </a:p>
          <a:p>
            <a:pPr algn="ctr"/>
            <a:r>
              <a:rPr lang="en-US" sz="2500" dirty="0">
                <a:latin typeface="Arial" panose="020B0604020202020204" pitchFamily="34" charset="0"/>
                <a:cs typeface="Arial" panose="020B0604020202020204" pitchFamily="34" charset="0"/>
              </a:rPr>
              <a:t>ways to do this.</a:t>
            </a:r>
          </a:p>
        </p:txBody>
      </p:sp>
    </p:spTree>
    <p:extLst>
      <p:ext uri="{BB962C8B-B14F-4D97-AF65-F5344CB8AC3E}">
        <p14:creationId xmlns:p14="http://schemas.microsoft.com/office/powerpoint/2010/main" val="2598776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P spid="7" grpId="0" animBg="1"/>
      <p:bldP spid="8" grpId="0" animBg="1"/>
      <p:bldP spid="9" grpId="0" animBg="1"/>
      <p:bldP spid="10" grpId="0" animBg="1"/>
      <p:bldP spid="11" grpId="0" animBg="1"/>
      <p:bldP spid="13" grpId="0" animBg="1"/>
      <p:bldP spid="14" grpId="0" animBg="1"/>
      <p:bldP spid="1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1B2B0AE-C7E2-AE06-4141-A92E6C1F5D0B}"/>
              </a:ext>
            </a:extLst>
          </p:cNvPr>
          <p:cNvSpPr>
            <a:spLocks noGrp="1"/>
          </p:cNvSpPr>
          <p:nvPr>
            <p:ph type="title"/>
          </p:nvPr>
        </p:nvSpPr>
        <p:spPr>
          <a:xfrm>
            <a:off x="838200" y="2508525"/>
            <a:ext cx="10515600" cy="1840950"/>
          </a:xfrm>
        </p:spPr>
        <p:txBody>
          <a:bodyPr>
            <a:normAutofit fontScale="90000"/>
          </a:bodyPr>
          <a:lstStyle/>
          <a:p>
            <a:pPr algn="ctr">
              <a:lnSpc>
                <a:spcPct val="150000"/>
              </a:lnSpc>
            </a:pPr>
            <a:r>
              <a:rPr lang="en-US" b="1" u="sng" dirty="0">
                <a:solidFill>
                  <a:srgbClr val="7030A0"/>
                </a:solidFill>
                <a:latin typeface="Arial" panose="020B0604020202020204" pitchFamily="34" charset="0"/>
                <a:cs typeface="Arial" panose="020B0604020202020204" pitchFamily="34" charset="0"/>
              </a:rPr>
              <a:t>Just as a reminder:</a:t>
            </a:r>
            <a:r>
              <a:rPr lang="en-US" b="1" dirty="0">
                <a:solidFill>
                  <a:srgbClr val="7030A0"/>
                </a:solidFill>
                <a:latin typeface="Arial" panose="020B0604020202020204" pitchFamily="34" charset="0"/>
                <a:cs typeface="Arial" panose="020B0604020202020204" pitchFamily="34" charset="0"/>
              </a:rPr>
              <a:t>  We are using the </a:t>
            </a:r>
            <a:r>
              <a:rPr lang="en-US" b="1" dirty="0" err="1">
                <a:solidFill>
                  <a:schemeClr val="accent2"/>
                </a:solidFill>
                <a:latin typeface="Arial" panose="020B0604020202020204" pitchFamily="34" charset="0"/>
                <a:cs typeface="Arial" panose="020B0604020202020204" pitchFamily="34" charset="0"/>
              </a:rPr>
              <a:t>FluSight</a:t>
            </a:r>
            <a:r>
              <a:rPr lang="en-US" b="1" dirty="0">
                <a:solidFill>
                  <a:schemeClr val="accent2"/>
                </a:solidFill>
                <a:latin typeface="Arial" panose="020B0604020202020204" pitchFamily="34" charset="0"/>
                <a:cs typeface="Arial" panose="020B0604020202020204" pitchFamily="34" charset="0"/>
              </a:rPr>
              <a:t> </a:t>
            </a:r>
            <a:r>
              <a:rPr lang="en-US" b="1" dirty="0">
                <a:solidFill>
                  <a:srgbClr val="7030A0"/>
                </a:solidFill>
                <a:latin typeface="Arial" panose="020B0604020202020204" pitchFamily="34" charset="0"/>
                <a:cs typeface="Arial" panose="020B0604020202020204" pitchFamily="34" charset="0"/>
              </a:rPr>
              <a:t>format for all forecasts. </a:t>
            </a:r>
          </a:p>
        </p:txBody>
      </p:sp>
    </p:spTree>
    <p:extLst>
      <p:ext uri="{BB962C8B-B14F-4D97-AF65-F5344CB8AC3E}">
        <p14:creationId xmlns:p14="http://schemas.microsoft.com/office/powerpoint/2010/main" val="25919795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5BC71974-2F56-7C4F-6D2C-80A611B54C03}"/>
              </a:ext>
            </a:extLst>
          </p:cNvPr>
          <p:cNvGraphicFramePr>
            <a:graphicFrameLocks noGrp="1"/>
          </p:cNvGraphicFramePr>
          <p:nvPr>
            <p:extLst>
              <p:ext uri="{D42A27DB-BD31-4B8C-83A1-F6EECF244321}">
                <p14:modId xmlns:p14="http://schemas.microsoft.com/office/powerpoint/2010/main" val="2400238021"/>
              </p:ext>
            </p:extLst>
          </p:nvPr>
        </p:nvGraphicFramePr>
        <p:xfrm>
          <a:off x="304800" y="91440"/>
          <a:ext cx="11582400" cy="6675120"/>
        </p:xfrm>
        <a:graphic>
          <a:graphicData uri="http://schemas.openxmlformats.org/drawingml/2006/table">
            <a:tbl>
              <a:tblPr firstRow="1" bandRow="1">
                <a:tableStyleId>{5940675A-B579-460E-94D1-54222C63F5DA}</a:tableStyleId>
              </a:tblPr>
              <a:tblGrid>
                <a:gridCol w="2201262">
                  <a:extLst>
                    <a:ext uri="{9D8B030D-6E8A-4147-A177-3AD203B41FA5}">
                      <a16:colId xmlns:a16="http://schemas.microsoft.com/office/drawing/2014/main" val="833287054"/>
                    </a:ext>
                  </a:extLst>
                </a:gridCol>
                <a:gridCol w="3774892">
                  <a:extLst>
                    <a:ext uri="{9D8B030D-6E8A-4147-A177-3AD203B41FA5}">
                      <a16:colId xmlns:a16="http://schemas.microsoft.com/office/drawing/2014/main" val="2692972846"/>
                    </a:ext>
                  </a:extLst>
                </a:gridCol>
                <a:gridCol w="1910187">
                  <a:extLst>
                    <a:ext uri="{9D8B030D-6E8A-4147-A177-3AD203B41FA5}">
                      <a16:colId xmlns:a16="http://schemas.microsoft.com/office/drawing/2014/main" val="741367170"/>
                    </a:ext>
                  </a:extLst>
                </a:gridCol>
                <a:gridCol w="3696059">
                  <a:extLst>
                    <a:ext uri="{9D8B030D-6E8A-4147-A177-3AD203B41FA5}">
                      <a16:colId xmlns:a16="http://schemas.microsoft.com/office/drawing/2014/main" val="132666660"/>
                    </a:ext>
                  </a:extLst>
                </a:gridCol>
              </a:tblGrid>
              <a:tr h="327036">
                <a:tc>
                  <a:txBody>
                    <a:bodyPr/>
                    <a:lstStyle/>
                    <a:p>
                      <a:pPr algn="ctr"/>
                      <a:r>
                        <a:rPr lang="en-US" sz="1600" b="1" dirty="0">
                          <a:latin typeface="Arial" panose="020B0604020202020204" pitchFamily="34" charset="0"/>
                          <a:cs typeface="Arial" panose="020B0604020202020204" pitchFamily="34" charset="0"/>
                        </a:rPr>
                        <a:t>Column</a:t>
                      </a:r>
                    </a:p>
                  </a:txBody>
                  <a:tcP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Description</a:t>
                      </a:r>
                    </a:p>
                  </a:txBody>
                  <a:tcP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Entry Type</a:t>
                      </a:r>
                    </a:p>
                  </a:txBody>
                  <a:tcP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Acceptable Values</a:t>
                      </a:r>
                    </a:p>
                  </a:txBody>
                  <a:tcP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extLst>
                  <a:ext uri="{0D108BD9-81ED-4DB2-BD59-A6C34878D82A}">
                    <a16:rowId xmlns:a16="http://schemas.microsoft.com/office/drawing/2014/main" val="2489783184"/>
                  </a:ext>
                </a:extLst>
              </a:tr>
              <a:tr h="1040570">
                <a:tc>
                  <a:txBody>
                    <a:bodyPr/>
                    <a:lstStyle/>
                    <a:p>
                      <a:pPr algn="l"/>
                      <a:r>
                        <a:rPr lang="en-US" sz="1600" dirty="0" err="1">
                          <a:latin typeface="Courier New" panose="02070309020205020404" pitchFamily="49" charset="0"/>
                          <a:cs typeface="Courier New" panose="02070309020205020404" pitchFamily="49" charset="0"/>
                        </a:rPr>
                        <a:t>reference_date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last day of the week the forecast(s) are submitted to the challenge. It is the Saturday following the forecast due date.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ISO Format Date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YYYY-MM-DD</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042036332"/>
                  </a:ext>
                </a:extLst>
              </a:tr>
              <a:tr h="327036">
                <a:tc>
                  <a:txBody>
                    <a:bodyPr/>
                    <a:lstStyle/>
                    <a:p>
                      <a:pPr algn="l"/>
                      <a:r>
                        <a:rPr lang="en-US" sz="1600" dirty="0">
                          <a:latin typeface="Courier New" panose="02070309020205020404" pitchFamily="49" charset="0"/>
                          <a:cs typeface="Courier New" panose="02070309020205020404" pitchFamily="49" charset="0"/>
                        </a:rPr>
                        <a:t>target</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target of the forecast.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err="1">
                          <a:latin typeface="Courier New" panose="02070309020205020404" pitchFamily="49" charset="0"/>
                          <a:cs typeface="Courier New" panose="02070309020205020404" pitchFamily="49" charset="0"/>
                        </a:rPr>
                        <a:t>wk</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inc</a:t>
                      </a:r>
                      <a:r>
                        <a:rPr lang="en-US" sz="1600" dirty="0">
                          <a:latin typeface="Courier New" panose="02070309020205020404" pitchFamily="49" charset="0"/>
                          <a:cs typeface="Courier New" panose="02070309020205020404" pitchFamily="49" charset="0"/>
                        </a:rPr>
                        <a:t> flu </a:t>
                      </a:r>
                      <a:r>
                        <a:rPr lang="en-US" sz="1600" dirty="0" err="1">
                          <a:latin typeface="Courier New" panose="02070309020205020404" pitchFamily="49" charset="0"/>
                          <a:cs typeface="Courier New" panose="02070309020205020404" pitchFamily="49" charset="0"/>
                        </a:rPr>
                        <a:t>hosp</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147885958"/>
                  </a:ext>
                </a:extLst>
              </a:tr>
              <a:tr h="802726">
                <a:tc>
                  <a:txBody>
                    <a:bodyPr/>
                    <a:lstStyle/>
                    <a:p>
                      <a:pPr algn="l"/>
                      <a:r>
                        <a:rPr lang="en-US" sz="1600" dirty="0">
                          <a:latin typeface="Courier New" panose="02070309020205020404" pitchFamily="49" charset="0"/>
                          <a:cs typeface="Courier New" panose="02070309020205020404" pitchFamily="49" charset="0"/>
                        </a:rPr>
                        <a:t>horizon</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number of weeks between the </a:t>
                      </a:r>
                      <a:r>
                        <a:rPr lang="en-US" sz="1600" dirty="0" err="1">
                          <a:latin typeface="Arial" panose="020B0604020202020204" pitchFamily="34" charset="0"/>
                          <a:cs typeface="Arial" panose="020B0604020202020204" pitchFamily="34" charset="0"/>
                        </a:rPr>
                        <a:t>reference_date</a:t>
                      </a:r>
                      <a:r>
                        <a:rPr lang="en-US" sz="1600" dirty="0">
                          <a:latin typeface="Arial" panose="020B0604020202020204" pitchFamily="34" charset="0"/>
                          <a:cs typeface="Arial" panose="020B0604020202020204" pitchFamily="34" charset="0"/>
                        </a:rPr>
                        <a:t> and the </a:t>
                      </a:r>
                      <a:r>
                        <a:rPr lang="en-US" sz="1600" dirty="0" err="1">
                          <a:latin typeface="Arial" panose="020B0604020202020204" pitchFamily="34" charset="0"/>
                          <a:cs typeface="Arial" panose="020B0604020202020204" pitchFamily="34" charset="0"/>
                        </a:rPr>
                        <a:t>target_end_date</a:t>
                      </a:r>
                      <a:r>
                        <a:rPr lang="en-US" sz="1600" dirty="0">
                          <a:latin typeface="Arial" panose="020B0604020202020204" pitchFamily="34" charset="0"/>
                          <a:cs typeface="Arial" panose="020B0604020202020204" pitchFamily="34" charset="0"/>
                        </a:rPr>
                        <a:t>.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[1]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949957553"/>
                  </a:ext>
                </a:extLst>
              </a:tr>
              <a:tr h="802726">
                <a:tc>
                  <a:txBody>
                    <a:bodyPr/>
                    <a:lstStyle/>
                    <a:p>
                      <a:pPr algn="l"/>
                      <a:r>
                        <a:rPr lang="en-US" sz="1600" dirty="0" err="1">
                          <a:latin typeface="Courier New" panose="02070309020205020404" pitchFamily="49" charset="0"/>
                          <a:cs typeface="Courier New" panose="02070309020205020404" pitchFamily="49" charset="0"/>
                        </a:rPr>
                        <a:t>target_end_date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last date of the retrospective/nowcast/</a:t>
                      </a:r>
                    </a:p>
                    <a:p>
                      <a:pPr algn="l"/>
                      <a:r>
                        <a:rPr lang="en-US" sz="1600" dirty="0">
                          <a:latin typeface="Arial" panose="020B0604020202020204" pitchFamily="34" charset="0"/>
                          <a:cs typeface="Arial" panose="020B0604020202020204" pitchFamily="34" charset="0"/>
                        </a:rPr>
                        <a:t>forecast target’s week (Saturday).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ISO Format Date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YYYY-MM-DD</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4155191041"/>
                  </a:ext>
                </a:extLst>
              </a:tr>
              <a:tr h="802726">
                <a:tc>
                  <a:txBody>
                    <a:bodyPr/>
                    <a:lstStyle/>
                    <a:p>
                      <a:pPr algn="l"/>
                      <a:r>
                        <a:rPr lang="en-US" sz="1600" dirty="0">
                          <a:latin typeface="Courier New" panose="02070309020205020404" pitchFamily="49" charset="0"/>
                          <a:cs typeface="Courier New" panose="02070309020205020404" pitchFamily="49" charset="0"/>
                        </a:rPr>
                        <a:t>location</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b="0" i="0" kern="1200" dirty="0">
                          <a:solidFill>
                            <a:schemeClr val="tx1"/>
                          </a:solidFill>
                          <a:effectLst/>
                          <a:latin typeface="Arial" panose="020B0604020202020204" pitchFamily="34" charset="0"/>
                          <a:ea typeface="+mn-ea"/>
                          <a:cs typeface="Arial" panose="020B0604020202020204" pitchFamily="34" charset="0"/>
                        </a:rPr>
                        <a:t>FIPS codes for U.S. states as well as "US" for national forecasts the </a:t>
                      </a:r>
                      <a:r>
                        <a:rPr lang="en-US" sz="1600" dirty="0">
                          <a:latin typeface="Arial" panose="020B0604020202020204" pitchFamily="34" charset="0"/>
                          <a:cs typeface="Arial" panose="020B0604020202020204" pitchFamily="34" charset="0"/>
                        </a:rPr>
                        <a:t>corresponding row is associated with.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US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907684717"/>
                  </a:ext>
                </a:extLst>
              </a:tr>
              <a:tr h="327036">
                <a:tc>
                  <a:txBody>
                    <a:bodyPr/>
                    <a:lstStyle/>
                    <a:p>
                      <a:pPr algn="l"/>
                      <a:r>
                        <a:rPr lang="en-US" sz="1600" dirty="0" err="1">
                          <a:latin typeface="Courier New" panose="02070309020205020404" pitchFamily="49" charset="0"/>
                          <a:cs typeface="Courier New" panose="02070309020205020404" pitchFamily="49" charset="0"/>
                        </a:rPr>
                        <a:t>output_type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type of value shown.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quantile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386425733"/>
                  </a:ext>
                </a:extLst>
              </a:tr>
              <a:tr h="1278415">
                <a:tc>
                  <a:txBody>
                    <a:bodyPr/>
                    <a:lstStyle/>
                    <a:p>
                      <a:pPr algn="l"/>
                      <a:r>
                        <a:rPr lang="en-US" sz="1600" dirty="0" err="1">
                          <a:latin typeface="Courier New" panose="02070309020205020404" pitchFamily="49" charset="0"/>
                          <a:cs typeface="Courier New" panose="02070309020205020404" pitchFamily="49" charset="0"/>
                        </a:rPr>
                        <a:t>output_type_id</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quantile label for the value in the corresponding row.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b="0" i="0" kern="1200" dirty="0">
                          <a:solidFill>
                            <a:schemeClr val="tx1"/>
                          </a:solidFill>
                          <a:effectLst/>
                          <a:latin typeface="Courier New" panose="02070309020205020404" pitchFamily="49" charset="0"/>
                          <a:ea typeface="+mn-ea"/>
                          <a:cs typeface="Courier New" panose="02070309020205020404" pitchFamily="49" charset="0"/>
                        </a:rPr>
                        <a:t>0.01, 0.025, 0.05, 0.1, 0.15, 0.2, 0.25, 0.3, 0.35, 0.4, 0.45, 0.5, 0.55, 0.6, 0.65, 0.7, 0.75, 0.8, 0.85, 0.9, 0.95, 0.975, </a:t>
                      </a:r>
                      <a:r>
                        <a:rPr lang="en-US" sz="1600" b="0" i="0" kern="1200" dirty="0">
                          <a:solidFill>
                            <a:schemeClr val="tx1"/>
                          </a:solidFill>
                          <a:effectLst/>
                          <a:latin typeface="Arial" panose="020B0604020202020204" pitchFamily="34" charset="0"/>
                          <a:ea typeface="+mn-ea"/>
                          <a:cs typeface="Arial" panose="020B0604020202020204" pitchFamily="34" charset="0"/>
                        </a:rPr>
                        <a:t>and</a:t>
                      </a:r>
                      <a:r>
                        <a:rPr lang="en-US" sz="1600" b="0" i="0" kern="1200" dirty="0">
                          <a:solidFill>
                            <a:schemeClr val="tx1"/>
                          </a:solidFill>
                          <a:effectLst/>
                          <a:latin typeface="Courier New" panose="02070309020205020404" pitchFamily="49" charset="0"/>
                          <a:ea typeface="+mn-ea"/>
                          <a:cs typeface="Courier New" panose="02070309020205020404" pitchFamily="49" charset="0"/>
                        </a:rPr>
                        <a:t> 0.99</a:t>
                      </a:r>
                      <a:endParaRPr lang="en-US" sz="1600" b="0" i="0" kern="1200" dirty="0">
                        <a:solidFill>
                          <a:schemeClr val="dk1"/>
                        </a:solidFill>
                        <a:effectLst/>
                        <a:latin typeface="Courier New" panose="02070309020205020404" pitchFamily="49" charset="0"/>
                        <a:ea typeface="+mn-ea"/>
                        <a:cs typeface="Courier New" panose="02070309020205020404" pitchFamily="49" charset="0"/>
                      </a:endParaRP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625344559"/>
                  </a:ext>
                </a:extLst>
              </a:tr>
              <a:tr h="802726">
                <a:tc>
                  <a:txBody>
                    <a:bodyPr/>
                    <a:lstStyle/>
                    <a:p>
                      <a:pPr algn="l"/>
                      <a:r>
                        <a:rPr lang="en-US" sz="1600" dirty="0">
                          <a:latin typeface="Courier New" panose="02070309020205020404" pitchFamily="49" charset="0"/>
                          <a:cs typeface="Courier New" panose="02070309020205020404" pitchFamily="49" charset="0"/>
                        </a:rPr>
                        <a:t>value</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non-negative numbers indicating the quantile prediction for the corresponding row.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Integer</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6296662"/>
                  </a:ext>
                </a:extLst>
              </a:tr>
            </a:tbl>
          </a:graphicData>
        </a:graphic>
      </p:graphicFrame>
    </p:spTree>
    <p:extLst>
      <p:ext uri="{BB962C8B-B14F-4D97-AF65-F5344CB8AC3E}">
        <p14:creationId xmlns:p14="http://schemas.microsoft.com/office/powerpoint/2010/main" val="24252213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53B27-B3F1-1B36-9319-D16274059F0B}"/>
            </a:ext>
          </a:extLst>
        </p:cNvPr>
        <p:cNvGrpSpPr/>
        <p:nvPr/>
      </p:nvGrpSpPr>
      <p:grpSpPr>
        <a:xfrm>
          <a:off x="0" y="0"/>
          <a:ext cx="0" cy="0"/>
          <a:chOff x="0" y="0"/>
          <a:chExt cx="0" cy="0"/>
        </a:xfrm>
      </p:grpSpPr>
      <p:sp>
        <p:nvSpPr>
          <p:cNvPr id="11" name="Title">
            <a:extLst>
              <a:ext uri="{FF2B5EF4-FFF2-40B4-BE49-F238E27FC236}">
                <a16:creationId xmlns:a16="http://schemas.microsoft.com/office/drawing/2014/main" id="{07E7E1C5-FE0F-6BEB-8B1C-3F99572984CB}"/>
              </a:ext>
            </a:extLst>
          </p:cNvPr>
          <p:cNvSpPr>
            <a:spLocks noGrp="1"/>
          </p:cNvSpPr>
          <p:nvPr>
            <p:ph type="title"/>
          </p:nvPr>
        </p:nvSpPr>
        <p:spPr/>
        <p:txBody>
          <a:bodyPr>
            <a:normAutofit/>
          </a:bodyPr>
          <a:lstStyle/>
          <a:p>
            <a:pPr algn="ctr"/>
            <a:r>
              <a:rPr lang="en-US" b="1" dirty="0">
                <a:solidFill>
                  <a:srgbClr val="7030A0"/>
                </a:solidFill>
                <a:latin typeface="Arial" panose="020B0604020202020204" pitchFamily="34" charset="0"/>
                <a:cs typeface="Arial" panose="020B0604020202020204" pitchFamily="34" charset="0"/>
              </a:rPr>
              <a:t>Evaluation: Should we keep the change?</a:t>
            </a:r>
          </a:p>
        </p:txBody>
      </p:sp>
      <p:graphicFrame>
        <p:nvGraphicFramePr>
          <p:cNvPr id="14" name="Table">
            <a:extLst>
              <a:ext uri="{FF2B5EF4-FFF2-40B4-BE49-F238E27FC236}">
                <a16:creationId xmlns:a16="http://schemas.microsoft.com/office/drawing/2014/main" id="{D5B46F88-1ABD-479B-537B-19A315727FDE}"/>
              </a:ext>
            </a:extLst>
          </p:cNvPr>
          <p:cNvGraphicFramePr>
            <a:graphicFrameLocks noGrp="1"/>
          </p:cNvGraphicFramePr>
          <p:nvPr>
            <p:extLst>
              <p:ext uri="{D42A27DB-BD31-4B8C-83A1-F6EECF244321}">
                <p14:modId xmlns:p14="http://schemas.microsoft.com/office/powerpoint/2010/main" val="3488079547"/>
              </p:ext>
            </p:extLst>
          </p:nvPr>
        </p:nvGraphicFramePr>
        <p:xfrm>
          <a:off x="1065276" y="3474720"/>
          <a:ext cx="10058400" cy="1859546"/>
        </p:xfrm>
        <a:graphic>
          <a:graphicData uri="http://schemas.openxmlformats.org/drawingml/2006/table">
            <a:tbl>
              <a:tblPr firstRow="1"/>
              <a:tblGrid>
                <a:gridCol w="1874520">
                  <a:extLst>
                    <a:ext uri="{9D8B030D-6E8A-4147-A177-3AD203B41FA5}">
                      <a16:colId xmlns:a16="http://schemas.microsoft.com/office/drawing/2014/main" val="20000"/>
                    </a:ext>
                  </a:extLst>
                </a:gridCol>
                <a:gridCol w="1608758">
                  <a:extLst>
                    <a:ext uri="{9D8B030D-6E8A-4147-A177-3AD203B41FA5}">
                      <a16:colId xmlns:a16="http://schemas.microsoft.com/office/drawing/2014/main" val="20001"/>
                    </a:ext>
                  </a:extLst>
                </a:gridCol>
                <a:gridCol w="2048842">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tblGrid>
              <a:tr h="502782">
                <a:tc>
                  <a:txBody>
                    <a:bodyPr/>
                    <a:lstStyle/>
                    <a:p>
                      <a:pPr algn="ctr">
                        <a:spcAft>
                          <a:spcPts val="0"/>
                        </a:spcAft>
                        <a:buNone/>
                      </a:pPr>
                      <a:r>
                        <a:rPr lang="en-US" sz="1800" b="1" dirty="0">
                          <a:solidFill>
                            <a:srgbClr val="7030A0"/>
                          </a:solidFill>
                          <a:latin typeface="Arial" pitchFamily="34" charset="0"/>
                          <a:cs typeface="Arial" pitchFamily="34" charset="0"/>
                        </a:rPr>
                        <a:t>Change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a:solidFill>
                        <a:srgbClr val="C9C6D6"/>
                      </a:solidFill>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Model</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a:solidFill>
                        <a:srgbClr val="C9C6D6"/>
                      </a:solidFill>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Indicator</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a:solidFill>
                        <a:srgbClr val="C9C6D6"/>
                      </a:solidFill>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WIS</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a:solidFill>
                        <a:srgbClr val="C9C6D6"/>
                      </a:solidFill>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MAE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a:solidFill>
                        <a:srgbClr val="C9C6D6"/>
                      </a:solidFill>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95% PI Coverage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a:solidFill>
                        <a:srgbClr val="C9C6D6"/>
                      </a:solidFill>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Keep?</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a:solidFill>
                        <a:srgbClr val="C9C6D6"/>
                      </a:solidFill>
                    </a:lnB>
                    <a:solidFill>
                      <a:srgbClr val="E8E6F2"/>
                    </a:solidFill>
                  </a:tcPr>
                </a:tc>
                <a:extLst>
                  <a:ext uri="{0D108BD9-81ED-4DB2-BD59-A6C34878D82A}">
                    <a16:rowId xmlns:a16="http://schemas.microsoft.com/office/drawing/2014/main" val="10000"/>
                  </a:ext>
                </a:extLst>
              </a:tr>
              <a:tr h="623449">
                <a:tc>
                  <a:txBody>
                    <a:bodyPr/>
                    <a:lstStyle/>
                    <a:p>
                      <a:pPr algn="ctr">
                        <a:spcAft>
                          <a:spcPts val="0"/>
                        </a:spcAft>
                        <a:buNone/>
                      </a:pPr>
                      <a:r>
                        <a:rPr lang="en-US" sz="1800" dirty="0">
                          <a:solidFill>
                            <a:srgbClr val="000000"/>
                          </a:solidFill>
                          <a:latin typeface="Arial" pitchFamily="34" charset="0"/>
                          <a:cs typeface="Arial" pitchFamily="34" charset="0"/>
                        </a:rPr>
                        <a:t>Baseline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ARIMA</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b="0" dirty="0">
                          <a:solidFill>
                            <a:schemeClr val="bg2">
                              <a:lumMod val="50000"/>
                            </a:schemeClr>
                          </a:solidFill>
                          <a:latin typeface="Arial" pitchFamily="34" charset="0"/>
                          <a:cs typeface="Arial" pitchFamily="34" charset="0"/>
                        </a:rPr>
                        <a:t>N/A</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705.1</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6102.2</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85%</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3449">
                <a:tc>
                  <a:txBody>
                    <a:bodyPr/>
                    <a:lstStyle/>
                    <a:p>
                      <a:pPr algn="ctr">
                        <a:spcAft>
                          <a:spcPts val="0"/>
                        </a:spcAft>
                        <a:buNone/>
                      </a:pPr>
                      <a:r>
                        <a:rPr lang="en-US" sz="1800" dirty="0">
                          <a:solidFill>
                            <a:srgbClr val="000000"/>
                          </a:solidFill>
                          <a:latin typeface="Arial" pitchFamily="34" charset="0"/>
                          <a:cs typeface="Arial" pitchFamily="34" charset="0"/>
                        </a:rPr>
                        <a:t>Leading Indicator</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fontAlgn="b">
                        <a:buNone/>
                      </a:pPr>
                      <a:r>
                        <a:rPr lang="en-US" sz="1800" b="0" i="0" u="none" strike="noStrike" dirty="0">
                          <a:solidFill>
                            <a:schemeClr val="bg2">
                              <a:lumMod val="50000"/>
                            </a:schemeClr>
                          </a:solidFill>
                          <a:effectLst/>
                          <a:latin typeface="Arial" panose="020B0604020202020204" pitchFamily="34" charset="0"/>
                          <a:cs typeface="Arial" panose="020B0604020202020204" pitchFamily="34" charset="0"/>
                        </a:rPr>
                        <a:t>ARIMA</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u="none" strike="noStrike" dirty="0">
                          <a:solidFill>
                            <a:schemeClr val="bg2">
                              <a:lumMod val="50000"/>
                            </a:schemeClr>
                          </a:solidFill>
                          <a:effectLst/>
                          <a:latin typeface="Arial" panose="020B0604020202020204" pitchFamily="34" charset="0"/>
                          <a:cs typeface="Arial" panose="020B0604020202020204" pitchFamily="34" charset="0"/>
                        </a:rPr>
                        <a:t>National WVAL</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  ]</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  ]</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  ]</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 Y / N ]</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2" name="TextBox 1">
            <a:extLst>
              <a:ext uri="{FF2B5EF4-FFF2-40B4-BE49-F238E27FC236}">
                <a16:creationId xmlns:a16="http://schemas.microsoft.com/office/drawing/2014/main" id="{196FD175-B8A4-3AC9-7A53-D8D9889B3B4A}"/>
              </a:ext>
            </a:extLst>
          </p:cNvPr>
          <p:cNvSpPr txBox="1"/>
          <p:nvPr/>
        </p:nvSpPr>
        <p:spPr>
          <a:xfrm>
            <a:off x="1065276" y="2005846"/>
            <a:ext cx="10058400" cy="1107996"/>
          </a:xfrm>
          <a:prstGeom prst="rect">
            <a:avLst/>
          </a:prstGeom>
          <a:noFill/>
        </p:spPr>
        <p:txBody>
          <a:bodyPr wrap="square" rtlCol="0" anchor="ctr" anchorCtr="0">
            <a:spAutoFit/>
          </a:bodyPr>
          <a:lstStyle/>
          <a:p>
            <a:pPr algn="ctr"/>
            <a:r>
              <a:rPr lang="en-US" sz="2200" dirty="0">
                <a:latin typeface="Arial" panose="020B0604020202020204" pitchFamily="34" charset="0"/>
                <a:cs typeface="Arial" panose="020B0604020202020204" pitchFamily="34" charset="0"/>
              </a:rPr>
              <a:t>We measure each change against the current model using our Activity 4 evaluation script (</a:t>
            </a:r>
            <a:r>
              <a:rPr lang="en-US" sz="2200" b="1" dirty="0">
                <a:latin typeface="Arial" panose="020B0604020202020204" pitchFamily="34" charset="0"/>
                <a:cs typeface="Arial" panose="020B0604020202020204" pitchFamily="34" charset="0"/>
              </a:rPr>
              <a:t>Hint:</a:t>
            </a:r>
            <a:r>
              <a:rPr lang="en-US" sz="2200" dirty="0">
                <a:latin typeface="Arial" panose="020B0604020202020204" pitchFamily="34" charset="0"/>
                <a:cs typeface="Arial" panose="020B0604020202020204" pitchFamily="34" charset="0"/>
              </a:rPr>
              <a:t> we will include that in our rules to AI for this activity), then decide whether to keep it or revert.</a:t>
            </a:r>
          </a:p>
        </p:txBody>
      </p:sp>
      <p:sp>
        <p:nvSpPr>
          <p:cNvPr id="3" name="TextBox 2">
            <a:extLst>
              <a:ext uri="{FF2B5EF4-FFF2-40B4-BE49-F238E27FC236}">
                <a16:creationId xmlns:a16="http://schemas.microsoft.com/office/drawing/2014/main" id="{BFA22F62-B8F7-04AC-F2E3-C0DF4CF1271E}"/>
              </a:ext>
            </a:extLst>
          </p:cNvPr>
          <p:cNvSpPr txBox="1"/>
          <p:nvPr/>
        </p:nvSpPr>
        <p:spPr>
          <a:xfrm>
            <a:off x="973836" y="5443815"/>
            <a:ext cx="10149840" cy="830997"/>
          </a:xfrm>
          <a:prstGeom prst="rect">
            <a:avLst/>
          </a:prstGeom>
          <a:noFill/>
        </p:spPr>
        <p:txBody>
          <a:bodyPr wrap="square" rtlCol="0">
            <a:spAutoFit/>
          </a:bodyPr>
          <a:lstStyle/>
          <a:p>
            <a:r>
              <a:rPr lang="en-US" sz="1600" b="1" i="1" dirty="0">
                <a:solidFill>
                  <a:schemeClr val="bg2">
                    <a:lumMod val="50000"/>
                  </a:schemeClr>
                </a:solidFill>
                <a:latin typeface="Arial" panose="020B0604020202020204" pitchFamily="34" charset="0"/>
                <a:cs typeface="Arial" panose="020B0604020202020204" pitchFamily="34" charset="0"/>
              </a:rPr>
              <a:t>Please Note: </a:t>
            </a:r>
            <a:r>
              <a:rPr lang="en-US" sz="1600" i="1" dirty="0">
                <a:solidFill>
                  <a:schemeClr val="bg2">
                    <a:lumMod val="50000"/>
                  </a:schemeClr>
                </a:solidFill>
                <a:latin typeface="Arial" panose="020B0604020202020204" pitchFamily="34" charset="0"/>
                <a:cs typeface="Arial" panose="020B0604020202020204" pitchFamily="34" charset="0"/>
              </a:rPr>
              <a:t>The metrics shown in the table correspond to the mean metrics at the 3-week horizon. We have selected the wastewater data for this example; feel free to select another option. You will also have time at the end to explore more. </a:t>
            </a:r>
          </a:p>
        </p:txBody>
      </p:sp>
    </p:spTree>
    <p:extLst>
      <p:ext uri="{BB962C8B-B14F-4D97-AF65-F5344CB8AC3E}">
        <p14:creationId xmlns:p14="http://schemas.microsoft.com/office/powerpoint/2010/main" val="3312880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EDF6F-3371-4846-AC7C-61E19D3FA14A}"/>
            </a:ext>
          </a:extLst>
        </p:cNvPr>
        <p:cNvGrpSpPr/>
        <p:nvPr/>
      </p:nvGrpSpPr>
      <p:grpSpPr>
        <a:xfrm>
          <a:off x="0" y="0"/>
          <a:ext cx="0" cy="0"/>
          <a:chOff x="0" y="0"/>
          <a:chExt cx="0" cy="0"/>
        </a:xfrm>
      </p:grpSpPr>
      <p:pic>
        <p:nvPicPr>
          <p:cNvPr id="11" name="YourTurnStamp">
            <a:extLst>
              <a:ext uri="{FF2B5EF4-FFF2-40B4-BE49-F238E27FC236}">
                <a16:creationId xmlns:a16="http://schemas.microsoft.com/office/drawing/2014/main" id="{FAF9077B-50FE-0A71-68F4-CA31BC26840F}"/>
              </a:ext>
            </a:extLst>
          </p:cNvPr>
          <p:cNvPicPr>
            <a:picLocks noChangeAspect="1"/>
          </p:cNvPicPr>
          <p:nvPr/>
        </p:nvPicPr>
        <p:blipFill>
          <a:blip r:embed="rId3"/>
          <a:stretch>
            <a:fillRect/>
          </a:stretch>
        </p:blipFill>
        <p:spPr>
          <a:xfrm>
            <a:off x="2331720" y="145367"/>
            <a:ext cx="1051560" cy="1051560"/>
          </a:xfrm>
          <a:prstGeom prst="rect">
            <a:avLst/>
          </a:prstGeom>
        </p:spPr>
      </p:pic>
      <p:sp>
        <p:nvSpPr>
          <p:cNvPr id="12" name="Title">
            <a:extLst>
              <a:ext uri="{FF2B5EF4-FFF2-40B4-BE49-F238E27FC236}">
                <a16:creationId xmlns:a16="http://schemas.microsoft.com/office/drawing/2014/main" id="{6B6B8628-46E5-627E-9F1F-36C56DF3B063}"/>
              </a:ext>
            </a:extLst>
          </p:cNvPr>
          <p:cNvSpPr>
            <a:spLocks noGrp="1"/>
          </p:cNvSpPr>
          <p:nvPr>
            <p:ph type="title"/>
          </p:nvPr>
        </p:nvSpPr>
        <p:spPr>
          <a:xfrm>
            <a:off x="838200" y="26812"/>
            <a:ext cx="10515600" cy="1325563"/>
          </a:xfrm>
        </p:spPr>
        <p:txBody>
          <a:bodyPr>
            <a:normAutofit/>
          </a:bodyPr>
          <a:lstStyle/>
          <a:p>
            <a:pPr algn="ctr"/>
            <a:r>
              <a:rPr lang="en-US" b="1" dirty="0">
                <a:solidFill>
                  <a:srgbClr val="7030A0"/>
                </a:solidFill>
                <a:latin typeface="Arial" panose="020B0604020202020204" pitchFamily="34" charset="0"/>
                <a:cs typeface="Arial" panose="020B0604020202020204" pitchFamily="34" charset="0"/>
              </a:rPr>
              <a:t>Now it's your turn!</a:t>
            </a:r>
          </a:p>
        </p:txBody>
      </p:sp>
      <p:sp>
        <p:nvSpPr>
          <p:cNvPr id="13" name="Card">
            <a:extLst>
              <a:ext uri="{FF2B5EF4-FFF2-40B4-BE49-F238E27FC236}">
                <a16:creationId xmlns:a16="http://schemas.microsoft.com/office/drawing/2014/main" id="{7587BA88-BCA4-26B7-42C9-FB44722FEE2F}"/>
              </a:ext>
            </a:extLst>
          </p:cNvPr>
          <p:cNvSpPr/>
          <p:nvPr/>
        </p:nvSpPr>
        <p:spPr>
          <a:xfrm>
            <a:off x="566928" y="1368670"/>
            <a:ext cx="11055096" cy="868680"/>
          </a:xfrm>
          <a:prstGeom prst="roundRect">
            <a:avLst>
              <a:gd name="adj" fmla="val 12000"/>
            </a:avLst>
          </a:prstGeom>
          <a:solidFill>
            <a:srgbClr val="ECECEC"/>
          </a:solidFill>
          <a:ln>
            <a:noFill/>
          </a:ln>
        </p:spPr>
        <p:txBody>
          <a:bodyPr wrap="square" lIns="137160" tIns="91440" rIns="137160" bIns="91440" anchor="ctr">
            <a:noAutofit/>
          </a:bodyPr>
          <a:lstStyle/>
          <a:p>
            <a:pPr algn="ctr">
              <a:spcAft>
                <a:spcPts val="0"/>
              </a:spcAft>
              <a:buNone/>
            </a:pPr>
            <a:r>
              <a:rPr lang="en-US" sz="2200" dirty="0">
                <a:solidFill>
                  <a:srgbClr val="000000"/>
                </a:solidFill>
                <a:latin typeface="Arial" pitchFamily="34" charset="0"/>
                <a:cs typeface="Arial" pitchFamily="34" charset="0"/>
              </a:rPr>
              <a:t>We will work on incorporating one leading indicator </a:t>
            </a:r>
            <a:r>
              <a:rPr lang="en-US" sz="2200" b="1" u="sng" dirty="0">
                <a:solidFill>
                  <a:srgbClr val="000000"/>
                </a:solidFill>
                <a:latin typeface="Arial" pitchFamily="34" charset="0"/>
                <a:cs typeface="Arial" pitchFamily="34" charset="0"/>
              </a:rPr>
              <a:t>together</a:t>
            </a:r>
            <a:r>
              <a:rPr lang="en-US" sz="2200" dirty="0">
                <a:solidFill>
                  <a:srgbClr val="000000"/>
                </a:solidFill>
                <a:latin typeface="Arial" pitchFamily="34" charset="0"/>
                <a:cs typeface="Arial" pitchFamily="34" charset="0"/>
              </a:rPr>
              <a:t>, and there will be time for you to explore a bit more later in the module. </a:t>
            </a:r>
          </a:p>
        </p:txBody>
      </p:sp>
      <p:sp>
        <p:nvSpPr>
          <p:cNvPr id="4" name="Shape 2">
            <a:extLst>
              <a:ext uri="{FF2B5EF4-FFF2-40B4-BE49-F238E27FC236}">
                <a16:creationId xmlns:a16="http://schemas.microsoft.com/office/drawing/2014/main" id="{221BB6C7-F2CE-6825-2CE9-9D609DB3037D}"/>
              </a:ext>
            </a:extLst>
          </p:cNvPr>
          <p:cNvSpPr/>
          <p:nvPr/>
        </p:nvSpPr>
        <p:spPr>
          <a:xfrm>
            <a:off x="649224" y="2554753"/>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A1A03A5B-4C08-DB35-37AA-0DEE57CE0342}"/>
              </a:ext>
            </a:extLst>
          </p:cNvPr>
          <p:cNvSpPr/>
          <p:nvPr/>
        </p:nvSpPr>
        <p:spPr>
          <a:xfrm>
            <a:off x="649224" y="2538467"/>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867" b="1" noProof="0" dirty="0">
                <a:solidFill>
                  <a:schemeClr val="bg1"/>
                </a:solidFill>
                <a:latin typeface="Trebuchet MS" pitchFamily="34" charset="0"/>
              </a:rPr>
              <a:t>1</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7" name="TextBox">
            <a:extLst>
              <a:ext uri="{FF2B5EF4-FFF2-40B4-BE49-F238E27FC236}">
                <a16:creationId xmlns:a16="http://schemas.microsoft.com/office/drawing/2014/main" id="{41CA115F-DC8D-20C1-3CFA-EF7E3C5B9023}"/>
              </a:ext>
            </a:extLst>
          </p:cNvPr>
          <p:cNvSpPr txBox="1"/>
          <p:nvPr/>
        </p:nvSpPr>
        <p:spPr>
          <a:xfrm>
            <a:off x="1539709" y="3700654"/>
            <a:ext cx="10232136" cy="1488303"/>
          </a:xfrm>
          <a:prstGeom prst="rect">
            <a:avLst/>
          </a:prstGeom>
          <a:noFill/>
        </p:spPr>
        <p:txBody>
          <a:bodyPr wrap="square" lIns="0" tIns="0" rIns="0" bIns="0" anchor="ctr">
            <a:noAutofit/>
          </a:bodyPr>
          <a:lstStyle/>
          <a:p>
            <a:r>
              <a:rPr lang="en-US" sz="2200" dirty="0">
                <a:solidFill>
                  <a:srgbClr val="000000"/>
                </a:solidFill>
                <a:latin typeface="Arial" pitchFamily="34" charset="0"/>
                <a:cs typeface="Arial" pitchFamily="34" charset="0"/>
              </a:rPr>
              <a:t>We will then prompt Copilot (or AI of your choosing) to incorporate this in the pipeline (i.e., rules, agent, script), while </a:t>
            </a:r>
            <a:r>
              <a:rPr lang="en-US" sz="2200" b="1" dirty="0">
                <a:solidFill>
                  <a:schemeClr val="accent2"/>
                </a:solidFill>
                <a:latin typeface="Arial" pitchFamily="34" charset="0"/>
                <a:cs typeface="Arial" pitchFamily="34" charset="0"/>
              </a:rPr>
              <a:t>maintaining what we had done before</a:t>
            </a:r>
            <a:r>
              <a:rPr lang="en-US" sz="2200" dirty="0">
                <a:solidFill>
                  <a:srgbClr val="000000"/>
                </a:solidFill>
                <a:latin typeface="Arial" pitchFamily="34" charset="0"/>
                <a:cs typeface="Arial" pitchFamily="34" charset="0"/>
              </a:rPr>
              <a:t>. Rules should include </a:t>
            </a:r>
            <a:r>
              <a:rPr lang="en-US" sz="2200" b="1" dirty="0">
                <a:solidFill>
                  <a:schemeClr val="accent2"/>
                </a:solidFill>
                <a:latin typeface="Arial" pitchFamily="34" charset="0"/>
                <a:cs typeface="Arial" pitchFamily="34" charset="0"/>
              </a:rPr>
              <a:t>preparing the forecast</a:t>
            </a:r>
            <a:r>
              <a:rPr lang="en-US" sz="2200" dirty="0">
                <a:solidFill>
                  <a:srgbClr val="000000"/>
                </a:solidFill>
                <a:latin typeface="Arial" pitchFamily="34" charset="0"/>
                <a:cs typeface="Arial" pitchFamily="34" charset="0"/>
              </a:rPr>
              <a:t> in the </a:t>
            </a:r>
            <a:r>
              <a:rPr lang="en-US" sz="2200" dirty="0" err="1">
                <a:solidFill>
                  <a:srgbClr val="000000"/>
                </a:solidFill>
                <a:latin typeface="Arial" pitchFamily="34" charset="0"/>
                <a:cs typeface="Arial" pitchFamily="34" charset="0"/>
              </a:rPr>
              <a:t>FluSight</a:t>
            </a:r>
            <a:r>
              <a:rPr lang="en-US" sz="2200" dirty="0">
                <a:solidFill>
                  <a:srgbClr val="000000"/>
                </a:solidFill>
                <a:latin typeface="Arial" pitchFamily="34" charset="0"/>
                <a:cs typeface="Arial" pitchFamily="34" charset="0"/>
              </a:rPr>
              <a:t> format (</a:t>
            </a:r>
            <a:r>
              <a:rPr lang="en-US" sz="2200" b="1" dirty="0">
                <a:solidFill>
                  <a:srgbClr val="000000"/>
                </a:solidFill>
                <a:latin typeface="Arial" pitchFamily="34" charset="0"/>
                <a:cs typeface="Arial" pitchFamily="34" charset="0"/>
              </a:rPr>
              <a:t>Hint:</a:t>
            </a:r>
            <a:r>
              <a:rPr lang="en-US" sz="2200" dirty="0">
                <a:solidFill>
                  <a:srgbClr val="000000"/>
                </a:solidFill>
                <a:latin typeface="Arial" pitchFamily="34" charset="0"/>
                <a:cs typeface="Arial" pitchFamily="34" charset="0"/>
              </a:rPr>
              <a:t> Activity 3) and producing evaluation results (</a:t>
            </a:r>
            <a:r>
              <a:rPr lang="en-US" sz="2200" b="1" dirty="0">
                <a:solidFill>
                  <a:srgbClr val="000000"/>
                </a:solidFill>
                <a:latin typeface="Arial" pitchFamily="34" charset="0"/>
                <a:cs typeface="Arial" pitchFamily="34" charset="0"/>
              </a:rPr>
              <a:t>Hint:</a:t>
            </a:r>
            <a:r>
              <a:rPr lang="en-US" sz="2200" dirty="0">
                <a:solidFill>
                  <a:srgbClr val="000000"/>
                </a:solidFill>
                <a:latin typeface="Arial" pitchFamily="34" charset="0"/>
                <a:cs typeface="Arial" pitchFamily="34" charset="0"/>
              </a:rPr>
              <a:t> Activity 4). Dependent on the prompt of the AI model used, we may get different results. Therefore, its important we check our results to make sure the AI suggestion is methodically valid. </a:t>
            </a:r>
          </a:p>
        </p:txBody>
      </p:sp>
      <p:sp>
        <p:nvSpPr>
          <p:cNvPr id="9" name="TextBox">
            <a:extLst>
              <a:ext uri="{FF2B5EF4-FFF2-40B4-BE49-F238E27FC236}">
                <a16:creationId xmlns:a16="http://schemas.microsoft.com/office/drawing/2014/main" id="{44378C90-AD7F-9FA9-2FDE-8AD77602A93F}"/>
              </a:ext>
            </a:extLst>
          </p:cNvPr>
          <p:cNvSpPr txBox="1"/>
          <p:nvPr/>
        </p:nvSpPr>
        <p:spPr>
          <a:xfrm>
            <a:off x="1539709" y="5770929"/>
            <a:ext cx="10232136" cy="512064"/>
          </a:xfrm>
          <a:prstGeom prst="rect">
            <a:avLst/>
          </a:prstGeom>
          <a:noFill/>
        </p:spPr>
        <p:txBody>
          <a:bodyPr wrap="square" lIns="0" tIns="0" rIns="0" bIns="0" anchor="ctr">
            <a:noAutofit/>
          </a:bodyPr>
          <a:lstStyle/>
          <a:p>
            <a:pPr algn="l">
              <a:spcAft>
                <a:spcPts val="0"/>
              </a:spcAft>
              <a:buNone/>
            </a:pPr>
            <a:r>
              <a:rPr lang="en-US" sz="2200" dirty="0">
                <a:solidFill>
                  <a:srgbClr val="000000"/>
                </a:solidFill>
                <a:latin typeface="Arial" pitchFamily="34" charset="0"/>
                <a:cs typeface="Arial" pitchFamily="34" charset="0"/>
              </a:rPr>
              <a:t>After updating the </a:t>
            </a:r>
            <a:r>
              <a:rPr lang="en-US" sz="2200" b="1" dirty="0">
                <a:solidFill>
                  <a:schemeClr val="accent2"/>
                </a:solidFill>
                <a:latin typeface="Arial" pitchFamily="34" charset="0"/>
                <a:cs typeface="Arial" pitchFamily="34" charset="0"/>
              </a:rPr>
              <a:t>rules.md</a:t>
            </a:r>
            <a:r>
              <a:rPr lang="en-US" sz="2200" dirty="0">
                <a:solidFill>
                  <a:srgbClr val="000000"/>
                </a:solidFill>
                <a:latin typeface="Arial" pitchFamily="34" charset="0"/>
                <a:cs typeface="Arial" pitchFamily="34" charset="0"/>
              </a:rPr>
              <a:t>, </a:t>
            </a:r>
            <a:r>
              <a:rPr lang="en-US" sz="2200" b="1" dirty="0">
                <a:solidFill>
                  <a:schemeClr val="accent2"/>
                </a:solidFill>
                <a:latin typeface="Arial" pitchFamily="34" charset="0"/>
                <a:cs typeface="Arial" pitchFamily="34" charset="0"/>
              </a:rPr>
              <a:t>agents.md</a:t>
            </a:r>
            <a:r>
              <a:rPr lang="en-US" sz="2200" dirty="0">
                <a:solidFill>
                  <a:srgbClr val="000000"/>
                </a:solidFill>
                <a:latin typeface="Arial" pitchFamily="34" charset="0"/>
                <a:cs typeface="Arial" pitchFamily="34" charset="0"/>
              </a:rPr>
              <a:t>, and creating the </a:t>
            </a:r>
            <a:r>
              <a:rPr lang="en-US" sz="2200" b="1" dirty="0">
                <a:solidFill>
                  <a:schemeClr val="accent2"/>
                </a:solidFill>
                <a:latin typeface="Arial" pitchFamily="34" charset="0"/>
                <a:cs typeface="Arial" pitchFamily="34" charset="0"/>
              </a:rPr>
              <a:t>script</a:t>
            </a:r>
            <a:r>
              <a:rPr lang="en-US" sz="2200" dirty="0">
                <a:solidFill>
                  <a:srgbClr val="000000"/>
                </a:solidFill>
                <a:latin typeface="Arial" pitchFamily="34" charset="0"/>
                <a:cs typeface="Arial" pitchFamily="34" charset="0"/>
              </a:rPr>
              <a:t>, run it and check the results.  </a:t>
            </a:r>
          </a:p>
        </p:txBody>
      </p:sp>
      <p:sp>
        <p:nvSpPr>
          <p:cNvPr id="23" name="TextBox">
            <a:extLst>
              <a:ext uri="{FF2B5EF4-FFF2-40B4-BE49-F238E27FC236}">
                <a16:creationId xmlns:a16="http://schemas.microsoft.com/office/drawing/2014/main" id="{90919589-531B-3D35-906F-AACE2F40EA7A}"/>
              </a:ext>
            </a:extLst>
          </p:cNvPr>
          <p:cNvSpPr txBox="1"/>
          <p:nvPr/>
        </p:nvSpPr>
        <p:spPr>
          <a:xfrm>
            <a:off x="1539709" y="2509033"/>
            <a:ext cx="10232136" cy="731520"/>
          </a:xfrm>
          <a:prstGeom prst="rect">
            <a:avLst/>
          </a:prstGeom>
          <a:noFill/>
        </p:spPr>
        <p:txBody>
          <a:bodyPr wrap="square" lIns="0" tIns="0" rIns="0" bIns="0" anchor="ctr">
            <a:normAutofit/>
          </a:bodyPr>
          <a:lstStyle/>
          <a:p>
            <a:pPr algn="l">
              <a:spcAft>
                <a:spcPts val="0"/>
              </a:spcAft>
              <a:buNone/>
            </a:pPr>
            <a:r>
              <a:rPr lang="en-US" sz="2200" dirty="0">
                <a:solidFill>
                  <a:srgbClr val="000000"/>
                </a:solidFill>
                <a:latin typeface="Arial" pitchFamily="34" charset="0"/>
                <a:cs typeface="Arial" pitchFamily="34" charset="0"/>
              </a:rPr>
              <a:t>Add the </a:t>
            </a:r>
            <a:r>
              <a:rPr lang="en-US" sz="2200" dirty="0">
                <a:solidFill>
                  <a:srgbClr val="000000"/>
                </a:solidFill>
                <a:latin typeface="Courier New" panose="02070309020205020404" pitchFamily="49" charset="0"/>
                <a:cs typeface="Courier New" panose="02070309020205020404" pitchFamily="49" charset="0"/>
              </a:rPr>
              <a:t>## Leading Indicators</a:t>
            </a:r>
            <a:r>
              <a:rPr lang="en-US" sz="2200" dirty="0">
                <a:solidFill>
                  <a:srgbClr val="000000"/>
                </a:solidFill>
                <a:latin typeface="Arial" pitchFamily="34" charset="0"/>
                <a:cs typeface="Arial" pitchFamily="34" charset="0"/>
              </a:rPr>
              <a:t> header (either prompting AI to add or manually doing it). </a:t>
            </a:r>
          </a:p>
        </p:txBody>
      </p:sp>
      <p:sp>
        <p:nvSpPr>
          <p:cNvPr id="26" name="Shape 2">
            <a:extLst>
              <a:ext uri="{FF2B5EF4-FFF2-40B4-BE49-F238E27FC236}">
                <a16:creationId xmlns:a16="http://schemas.microsoft.com/office/drawing/2014/main" id="{CD9E4F7B-B5CB-9290-2F60-0A26A53FB602}"/>
              </a:ext>
            </a:extLst>
          </p:cNvPr>
          <p:cNvSpPr/>
          <p:nvPr/>
        </p:nvSpPr>
        <p:spPr>
          <a:xfrm>
            <a:off x="626481" y="4019259"/>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27" name="Text 3">
            <a:extLst>
              <a:ext uri="{FF2B5EF4-FFF2-40B4-BE49-F238E27FC236}">
                <a16:creationId xmlns:a16="http://schemas.microsoft.com/office/drawing/2014/main" id="{D7C3ABD3-8FAC-E02D-59C4-4B21915A89EC}"/>
              </a:ext>
            </a:extLst>
          </p:cNvPr>
          <p:cNvSpPr/>
          <p:nvPr/>
        </p:nvSpPr>
        <p:spPr>
          <a:xfrm>
            <a:off x="626481" y="4002973"/>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867" b="1" noProof="0" dirty="0">
                <a:solidFill>
                  <a:schemeClr val="bg1"/>
                </a:solidFill>
                <a:latin typeface="Trebuchet MS" pitchFamily="34" charset="0"/>
              </a:rPr>
              <a:t>2</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28" name="Shape 2">
            <a:extLst>
              <a:ext uri="{FF2B5EF4-FFF2-40B4-BE49-F238E27FC236}">
                <a16:creationId xmlns:a16="http://schemas.microsoft.com/office/drawing/2014/main" id="{47303166-C1C4-14B3-A489-241F560D9B46}"/>
              </a:ext>
            </a:extLst>
          </p:cNvPr>
          <p:cNvSpPr/>
          <p:nvPr/>
        </p:nvSpPr>
        <p:spPr>
          <a:xfrm>
            <a:off x="626481" y="5660839"/>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29" name="Text 3">
            <a:extLst>
              <a:ext uri="{FF2B5EF4-FFF2-40B4-BE49-F238E27FC236}">
                <a16:creationId xmlns:a16="http://schemas.microsoft.com/office/drawing/2014/main" id="{B5FE4AA4-81E3-E2D5-672E-4162A4FCFFC0}"/>
              </a:ext>
            </a:extLst>
          </p:cNvPr>
          <p:cNvSpPr/>
          <p:nvPr/>
        </p:nvSpPr>
        <p:spPr>
          <a:xfrm>
            <a:off x="626481" y="5644553"/>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867" b="1" noProof="0" dirty="0">
                <a:solidFill>
                  <a:schemeClr val="bg1"/>
                </a:solidFill>
                <a:latin typeface="Trebuchet MS" pitchFamily="34" charset="0"/>
              </a:rPr>
              <a:t>3</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98175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p:bldP spid="9" grpId="0"/>
      <p:bldP spid="23" grpId="0"/>
      <p:bldP spid="26" grpId="0" animBg="1"/>
      <p:bldP spid="27" grpId="0" animBg="1"/>
      <p:bldP spid="28" grpId="0" animBg="1"/>
      <p:bldP spid="2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EC2AE-4C82-1990-D06C-10E6806A5E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673466-C15C-B6DE-9521-975B91543089}"/>
              </a:ext>
            </a:extLst>
          </p:cNvPr>
          <p:cNvSpPr>
            <a:spLocks noGrp="1"/>
          </p:cNvSpPr>
          <p:nvPr>
            <p:ph type="ctrTitle"/>
          </p:nvPr>
        </p:nvSpPr>
        <p:spPr/>
        <p:txBody>
          <a:bodyPr/>
          <a:lstStyle/>
          <a:p>
            <a:r>
              <a:rPr lang="en-US" b="1" dirty="0">
                <a:solidFill>
                  <a:srgbClr val="7030A0"/>
                </a:solidFill>
                <a:latin typeface="Arial" panose="020B0604020202020204" pitchFamily="34" charset="0"/>
                <a:cs typeface="Arial" panose="020B0604020202020204" pitchFamily="34" charset="0"/>
              </a:rPr>
              <a:t>Task Two</a:t>
            </a:r>
          </a:p>
        </p:txBody>
      </p:sp>
      <p:sp>
        <p:nvSpPr>
          <p:cNvPr id="3" name="Subtitle 2">
            <a:extLst>
              <a:ext uri="{FF2B5EF4-FFF2-40B4-BE49-F238E27FC236}">
                <a16:creationId xmlns:a16="http://schemas.microsoft.com/office/drawing/2014/main" id="{57F5499C-EBDF-1B8C-6280-40044302A6A6}"/>
              </a:ext>
            </a:extLst>
          </p:cNvPr>
          <p:cNvSpPr>
            <a:spLocks noGrp="1"/>
          </p:cNvSpPr>
          <p:nvPr>
            <p:ph type="subTitle" idx="1"/>
          </p:nvPr>
        </p:nvSpPr>
        <p:spPr/>
        <p:txBody>
          <a:bodyPr>
            <a:normAutofit/>
          </a:bodyPr>
          <a:lstStyle/>
          <a:p>
            <a:r>
              <a:rPr lang="en-US" sz="3500" b="1" dirty="0">
                <a:solidFill>
                  <a:schemeClr val="accent2"/>
                </a:solidFill>
                <a:latin typeface="Arial" panose="020B0604020202020204" pitchFamily="34" charset="0"/>
                <a:cs typeface="Arial" panose="020B0604020202020204" pitchFamily="34" charset="0"/>
              </a:rPr>
              <a:t>Changing the Model Type</a:t>
            </a:r>
          </a:p>
        </p:txBody>
      </p:sp>
    </p:spTree>
    <p:extLst>
      <p:ext uri="{BB962C8B-B14F-4D97-AF65-F5344CB8AC3E}">
        <p14:creationId xmlns:p14="http://schemas.microsoft.com/office/powerpoint/2010/main" val="12507445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a:xfrm>
            <a:off x="838200" y="27749"/>
            <a:ext cx="10515600" cy="1325563"/>
          </a:xfrm>
        </p:spPr>
        <p:txBody>
          <a:bodyPr/>
          <a:lstStyle/>
          <a:p>
            <a:pPr algn="ctr"/>
            <a:r>
              <a:rPr lang="en-US" sz="4400" b="1" dirty="0">
                <a:solidFill>
                  <a:srgbClr val="7030A0"/>
                </a:solidFill>
                <a:latin typeface="Arial" panose="020B0604020202020204" pitchFamily="34" charset="0"/>
                <a:cs typeface="Arial" panose="020B0604020202020204" pitchFamily="34" charset="0"/>
              </a:rPr>
              <a:t>Meet XGBoost</a:t>
            </a:r>
          </a:p>
        </p:txBody>
      </p:sp>
      <p:sp>
        <p:nvSpPr>
          <p:cNvPr id="12" name="TextBox"/>
          <p:cNvSpPr txBox="1"/>
          <p:nvPr/>
        </p:nvSpPr>
        <p:spPr>
          <a:xfrm>
            <a:off x="566928" y="1306420"/>
            <a:ext cx="11055096" cy="502920"/>
          </a:xfrm>
          <a:prstGeom prst="rect">
            <a:avLst/>
          </a:prstGeom>
          <a:noFill/>
        </p:spPr>
        <p:txBody>
          <a:bodyPr wrap="square" lIns="0" tIns="0" rIns="0" bIns="0" anchor="t">
            <a:noAutofit/>
          </a:bodyPr>
          <a:lstStyle/>
          <a:p>
            <a:pPr algn="ctr">
              <a:spcAft>
                <a:spcPts val="0"/>
              </a:spcAft>
              <a:buNone/>
            </a:pPr>
            <a:r>
              <a:rPr lang="en-US" sz="2500" b="1" dirty="0" err="1">
                <a:latin typeface="Arial" panose="020B0604020202020204" pitchFamily="34" charset="0"/>
                <a:cs typeface="Arial" panose="020B0604020202020204" pitchFamily="34" charset="0"/>
              </a:rPr>
              <a:t>XGBoost</a:t>
            </a:r>
            <a:r>
              <a:rPr lang="en-US" sz="2500" dirty="0">
                <a:latin typeface="Arial" panose="020B0604020202020204" pitchFamily="34" charset="0"/>
                <a:cs typeface="Arial" panose="020B0604020202020204" pitchFamily="34" charset="0"/>
              </a:rPr>
              <a:t> builds a rough model, sees where it is wrong, and then builds another model to fix those errors. It repeats this a few hundred times, and that process is what we call gradient boosting.</a:t>
            </a:r>
            <a:endParaRPr lang="en-US" sz="2500" dirty="0">
              <a:solidFill>
                <a:srgbClr val="000000"/>
              </a:solidFill>
              <a:latin typeface="Arial" panose="020B0604020202020204" pitchFamily="34" charset="0"/>
              <a:cs typeface="Arial" pitchFamily="34" charset="0"/>
            </a:endParaRPr>
          </a:p>
        </p:txBody>
      </p:sp>
      <p:sp>
        <p:nvSpPr>
          <p:cNvPr id="13" name="Card"/>
          <p:cNvSpPr/>
          <p:nvPr/>
        </p:nvSpPr>
        <p:spPr>
          <a:xfrm>
            <a:off x="566928" y="2808844"/>
            <a:ext cx="3538728" cy="3638848"/>
          </a:xfrm>
          <a:prstGeom prst="roundRect">
            <a:avLst>
              <a:gd name="adj" fmla="val 6000"/>
            </a:avLst>
          </a:prstGeom>
          <a:solidFill>
            <a:srgbClr val="EAF3F9"/>
          </a:solidFill>
          <a:ln>
            <a:noFill/>
          </a:ln>
        </p:spPr>
        <p:txBody>
          <a:bodyPr wrap="square" lIns="219456" tIns="201168" rIns="219456" bIns="91440" anchor="t">
            <a:normAutofit fontScale="85000" lnSpcReduction="10000"/>
          </a:bodyPr>
          <a:lstStyle/>
          <a:p>
            <a:pPr algn="ctr">
              <a:spcAft>
                <a:spcPts val="240"/>
              </a:spcAft>
              <a:buNone/>
            </a:pPr>
            <a:r>
              <a:rPr lang="en-US" sz="2900" b="1" dirty="0">
                <a:solidFill>
                  <a:srgbClr val="7030A0"/>
                </a:solidFill>
                <a:latin typeface="Arial" pitchFamily="34" charset="0"/>
                <a:cs typeface="Arial" pitchFamily="34" charset="0"/>
              </a:rPr>
              <a:t>What it is</a:t>
            </a:r>
          </a:p>
          <a:p>
            <a:pPr algn="l">
              <a:spcAft>
                <a:spcPts val="240"/>
              </a:spcAft>
              <a:buNone/>
            </a:pPr>
            <a:endParaRPr lang="en-US" sz="2000" b="1" dirty="0">
              <a:solidFill>
                <a:srgbClr val="7030A0"/>
              </a:solidFill>
              <a:latin typeface="Arial" pitchFamily="34" charset="0"/>
              <a:cs typeface="Arial" pitchFamily="34" charset="0"/>
            </a:endParaRPr>
          </a:p>
          <a:p>
            <a:pPr algn="ctr">
              <a:lnSpc>
                <a:spcPct val="104000"/>
              </a:lnSpc>
              <a:spcAft>
                <a:spcPts val="0"/>
              </a:spcAft>
              <a:buNone/>
            </a:pPr>
            <a:r>
              <a:rPr lang="en-US" sz="2000" dirty="0">
                <a:solidFill>
                  <a:srgbClr val="000000"/>
                </a:solidFill>
                <a:latin typeface="Arial" pitchFamily="34" charset="0"/>
                <a:cs typeface="Arial" pitchFamily="34" charset="0"/>
              </a:rPr>
              <a:t>Short for Extreme Gradient Boosting. A </a:t>
            </a:r>
            <a:r>
              <a:rPr lang="en-US" sz="2000" b="1" dirty="0">
                <a:solidFill>
                  <a:srgbClr val="000000"/>
                </a:solidFill>
                <a:latin typeface="Arial" pitchFamily="34" charset="0"/>
                <a:cs typeface="Arial" pitchFamily="34" charset="0"/>
              </a:rPr>
              <a:t>single decision tree </a:t>
            </a:r>
            <a:r>
              <a:rPr lang="en-US" sz="2000" dirty="0">
                <a:solidFill>
                  <a:srgbClr val="000000"/>
                </a:solidFill>
                <a:latin typeface="Arial" pitchFamily="34" charset="0"/>
                <a:cs typeface="Arial" pitchFamily="34" charset="0"/>
              </a:rPr>
              <a:t>is like a game of 20 Questions: it asks simple yes/no questions about the data until it reaches an answer. XGBoost </a:t>
            </a:r>
            <a:r>
              <a:rPr lang="en-US" sz="2000" b="1" dirty="0">
                <a:solidFill>
                  <a:srgbClr val="000000"/>
                </a:solidFill>
                <a:latin typeface="Arial" pitchFamily="34" charset="0"/>
                <a:cs typeface="Arial" pitchFamily="34" charset="0"/>
              </a:rPr>
              <a:t>teams up many small trees</a:t>
            </a:r>
            <a:r>
              <a:rPr lang="en-US" sz="2000" dirty="0">
                <a:solidFill>
                  <a:srgbClr val="000000"/>
                </a:solidFill>
                <a:latin typeface="Arial" pitchFamily="34" charset="0"/>
                <a:cs typeface="Arial" pitchFamily="34" charset="0"/>
              </a:rPr>
              <a:t>, each fixing the last one’s mistakes, to make one accurate prediction.</a:t>
            </a:r>
          </a:p>
        </p:txBody>
      </p:sp>
      <p:sp>
        <p:nvSpPr>
          <p:cNvPr id="14" name="Card"/>
          <p:cNvSpPr/>
          <p:nvPr/>
        </p:nvSpPr>
        <p:spPr>
          <a:xfrm>
            <a:off x="4343400" y="2808843"/>
            <a:ext cx="3538728" cy="3638847"/>
          </a:xfrm>
          <a:prstGeom prst="roundRect">
            <a:avLst>
              <a:gd name="adj" fmla="val 6000"/>
            </a:avLst>
          </a:prstGeom>
          <a:solidFill>
            <a:srgbClr val="FBEEE5"/>
          </a:solidFill>
          <a:ln>
            <a:noFill/>
          </a:ln>
        </p:spPr>
        <p:txBody>
          <a:bodyPr wrap="square" lIns="219456" tIns="201168" rIns="219456" bIns="91440" anchor="t">
            <a:normAutofit/>
          </a:bodyPr>
          <a:lstStyle/>
          <a:p>
            <a:pPr algn="ctr">
              <a:spcAft>
                <a:spcPts val="2400"/>
              </a:spcAft>
              <a:buNone/>
            </a:pPr>
            <a:r>
              <a:rPr lang="en-US" sz="2500" b="1" dirty="0">
                <a:solidFill>
                  <a:srgbClr val="7030A0"/>
                </a:solidFill>
                <a:latin typeface="Arial" pitchFamily="34" charset="0"/>
                <a:cs typeface="Arial" pitchFamily="34" charset="0"/>
              </a:rPr>
              <a:t>How it learns</a:t>
            </a:r>
          </a:p>
          <a:p>
            <a:pPr algn="ctr">
              <a:lnSpc>
                <a:spcPct val="104000"/>
              </a:lnSpc>
              <a:spcAft>
                <a:spcPts val="0"/>
              </a:spcAft>
              <a:buNone/>
            </a:pPr>
            <a:r>
              <a:rPr lang="en-US" sz="1700" dirty="0">
                <a:solidFill>
                  <a:srgbClr val="000000"/>
                </a:solidFill>
                <a:latin typeface="Arial" pitchFamily="34" charset="0"/>
                <a:cs typeface="Arial" pitchFamily="34" charset="0"/>
              </a:rPr>
              <a:t>Each new tree </a:t>
            </a:r>
            <a:r>
              <a:rPr lang="en-US" sz="1700" b="1" dirty="0">
                <a:solidFill>
                  <a:srgbClr val="000000"/>
                </a:solidFill>
                <a:latin typeface="Arial" pitchFamily="34" charset="0"/>
                <a:cs typeface="Arial" pitchFamily="34" charset="0"/>
              </a:rPr>
              <a:t>targets</a:t>
            </a:r>
            <a:r>
              <a:rPr lang="en-US" sz="1700" dirty="0">
                <a:solidFill>
                  <a:srgbClr val="000000"/>
                </a:solidFill>
                <a:latin typeface="Arial" pitchFamily="34" charset="0"/>
                <a:cs typeface="Arial" pitchFamily="34" charset="0"/>
              </a:rPr>
              <a:t> what the </a:t>
            </a:r>
            <a:r>
              <a:rPr lang="en-US" sz="1700" b="1" dirty="0">
                <a:solidFill>
                  <a:srgbClr val="000000"/>
                </a:solidFill>
                <a:latin typeface="Arial" pitchFamily="34" charset="0"/>
                <a:cs typeface="Arial" pitchFamily="34" charset="0"/>
              </a:rPr>
              <a:t>current model</a:t>
            </a:r>
            <a:r>
              <a:rPr lang="en-US" sz="1700" dirty="0">
                <a:solidFill>
                  <a:srgbClr val="000000"/>
                </a:solidFill>
                <a:latin typeface="Arial" pitchFamily="34" charset="0"/>
                <a:cs typeface="Arial" pitchFamily="34" charset="0"/>
              </a:rPr>
              <a:t> still gets </a:t>
            </a:r>
            <a:r>
              <a:rPr lang="en-US" sz="1700" b="1" dirty="0">
                <a:solidFill>
                  <a:srgbClr val="000000"/>
                </a:solidFill>
                <a:latin typeface="Arial" pitchFamily="34" charset="0"/>
                <a:cs typeface="Arial" pitchFamily="34" charset="0"/>
              </a:rPr>
              <a:t>wrong</a:t>
            </a:r>
            <a:r>
              <a:rPr lang="en-US" sz="1700" dirty="0">
                <a:solidFill>
                  <a:srgbClr val="000000"/>
                </a:solidFill>
                <a:latin typeface="Arial" pitchFamily="34" charset="0"/>
                <a:cs typeface="Arial" pitchFamily="34" charset="0"/>
              </a:rPr>
              <a:t>, and only a fraction of its correction is applied. Learning slowly and in sequence is what keeps the model from </a:t>
            </a:r>
            <a:r>
              <a:rPr lang="en-US" sz="1700" b="1" dirty="0">
                <a:solidFill>
                  <a:srgbClr val="000000"/>
                </a:solidFill>
                <a:latin typeface="Arial" pitchFamily="34" charset="0"/>
                <a:cs typeface="Arial" pitchFamily="34" charset="0"/>
              </a:rPr>
              <a:t>overfitting</a:t>
            </a:r>
            <a:r>
              <a:rPr lang="en-US" sz="1700" dirty="0">
                <a:solidFill>
                  <a:srgbClr val="000000"/>
                </a:solidFill>
                <a:latin typeface="Arial" pitchFamily="34" charset="0"/>
                <a:cs typeface="Arial" pitchFamily="34" charset="0"/>
              </a:rPr>
              <a:t> to noise.</a:t>
            </a:r>
          </a:p>
        </p:txBody>
      </p:sp>
      <p:sp>
        <p:nvSpPr>
          <p:cNvPr id="15" name="Card"/>
          <p:cNvSpPr/>
          <p:nvPr/>
        </p:nvSpPr>
        <p:spPr>
          <a:xfrm>
            <a:off x="8119872" y="2808844"/>
            <a:ext cx="3538728" cy="3638846"/>
          </a:xfrm>
          <a:prstGeom prst="roundRect">
            <a:avLst>
              <a:gd name="adj" fmla="val 6000"/>
            </a:avLst>
          </a:prstGeom>
          <a:solidFill>
            <a:srgbClr val="EFEAF5"/>
          </a:solidFill>
          <a:ln>
            <a:noFill/>
          </a:ln>
        </p:spPr>
        <p:txBody>
          <a:bodyPr wrap="square" lIns="219456" tIns="201168" rIns="219456" bIns="91440" anchor="t">
            <a:normAutofit/>
          </a:bodyPr>
          <a:lstStyle/>
          <a:p>
            <a:pPr algn="ctr">
              <a:spcAft>
                <a:spcPts val="240"/>
              </a:spcAft>
              <a:buNone/>
            </a:pPr>
            <a:r>
              <a:rPr lang="en-US" sz="2500" b="1" dirty="0">
                <a:solidFill>
                  <a:srgbClr val="7030A0"/>
                </a:solidFill>
                <a:latin typeface="Arial" pitchFamily="34" charset="0"/>
                <a:cs typeface="Arial" pitchFamily="34" charset="0"/>
              </a:rPr>
              <a:t>Why it shines</a:t>
            </a:r>
          </a:p>
          <a:p>
            <a:pPr algn="ctr">
              <a:spcAft>
                <a:spcPts val="240"/>
              </a:spcAft>
              <a:buNone/>
            </a:pPr>
            <a:endParaRPr lang="en-US" sz="2500" b="1" dirty="0">
              <a:solidFill>
                <a:srgbClr val="7030A0"/>
              </a:solidFill>
              <a:latin typeface="Arial" pitchFamily="34" charset="0"/>
              <a:cs typeface="Arial" pitchFamily="34" charset="0"/>
            </a:endParaRPr>
          </a:p>
          <a:p>
            <a:pPr algn="ctr">
              <a:lnSpc>
                <a:spcPct val="104000"/>
              </a:lnSpc>
              <a:spcAft>
                <a:spcPts val="0"/>
              </a:spcAft>
              <a:buNone/>
            </a:pPr>
            <a:r>
              <a:rPr lang="en-US" sz="1700" dirty="0">
                <a:solidFill>
                  <a:srgbClr val="000000"/>
                </a:solidFill>
                <a:latin typeface="Arial" pitchFamily="34" charset="0"/>
                <a:cs typeface="Arial" pitchFamily="34" charset="0"/>
              </a:rPr>
              <a:t>It captures complex, </a:t>
            </a:r>
            <a:r>
              <a:rPr lang="en-US" sz="1700" b="1" dirty="0">
                <a:solidFill>
                  <a:srgbClr val="000000"/>
                </a:solidFill>
                <a:latin typeface="Arial" pitchFamily="34" charset="0"/>
                <a:cs typeface="Arial" pitchFamily="34" charset="0"/>
              </a:rPr>
              <a:t>nonlinear patterns</a:t>
            </a:r>
            <a:r>
              <a:rPr lang="en-US" sz="1700" dirty="0">
                <a:solidFill>
                  <a:srgbClr val="000000"/>
                </a:solidFill>
                <a:latin typeface="Arial" pitchFamily="34" charset="0"/>
                <a:cs typeface="Arial" pitchFamily="34" charset="0"/>
              </a:rPr>
              <a:t> and </a:t>
            </a:r>
            <a:r>
              <a:rPr lang="en-US" sz="1700" b="1" dirty="0">
                <a:solidFill>
                  <a:srgbClr val="000000"/>
                </a:solidFill>
                <a:latin typeface="Arial" pitchFamily="34" charset="0"/>
                <a:cs typeface="Arial" pitchFamily="34" charset="0"/>
              </a:rPr>
              <a:t>feature interactions</a:t>
            </a:r>
            <a:r>
              <a:rPr lang="en-US" sz="1700" dirty="0">
                <a:solidFill>
                  <a:srgbClr val="000000"/>
                </a:solidFill>
                <a:latin typeface="Arial" pitchFamily="34" charset="0"/>
                <a:cs typeface="Arial" pitchFamily="34" charset="0"/>
              </a:rPr>
              <a:t> on its own, copes well with </a:t>
            </a:r>
            <a:r>
              <a:rPr lang="en-US" sz="1700" b="1" dirty="0">
                <a:solidFill>
                  <a:srgbClr val="000000"/>
                </a:solidFill>
                <a:latin typeface="Arial" pitchFamily="34" charset="0"/>
                <a:cs typeface="Arial" pitchFamily="34" charset="0"/>
              </a:rPr>
              <a:t>many predictors</a:t>
            </a:r>
            <a:r>
              <a:rPr lang="en-US" sz="1700" dirty="0">
                <a:solidFill>
                  <a:srgbClr val="000000"/>
                </a:solidFill>
                <a:latin typeface="Arial" pitchFamily="34" charset="0"/>
                <a:cs typeface="Arial" pitchFamily="34" charset="0"/>
              </a:rPr>
              <a:t> and </a:t>
            </a:r>
            <a:r>
              <a:rPr lang="en-US" sz="1700" b="1" dirty="0">
                <a:solidFill>
                  <a:srgbClr val="000000"/>
                </a:solidFill>
                <a:latin typeface="Arial" pitchFamily="34" charset="0"/>
                <a:cs typeface="Arial" pitchFamily="34" charset="0"/>
              </a:rPr>
              <a:t>missing values</a:t>
            </a:r>
            <a:r>
              <a:rPr lang="en-US" sz="1700" dirty="0">
                <a:solidFill>
                  <a:srgbClr val="000000"/>
                </a:solidFill>
                <a:latin typeface="Arial" pitchFamily="34" charset="0"/>
                <a:cs typeface="Arial" pitchFamily="34" charset="0"/>
              </a:rPr>
              <a:t>, and is consistently a top performer on structured, tabular data.</a:t>
            </a:r>
          </a:p>
        </p:txBody>
      </p:sp>
    </p:spTree>
    <p:extLst>
      <p:ext uri="{BB962C8B-B14F-4D97-AF65-F5344CB8AC3E}">
        <p14:creationId xmlns:p14="http://schemas.microsoft.com/office/powerpoint/2010/main" val="2198348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animBg="1"/>
      <p:bldP spid="14" grpId="0" animBg="1"/>
      <p:bldP spid="1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reeBox"/>
          <p:cNvSpPr/>
          <p:nvPr/>
        </p:nvSpPr>
        <p:spPr>
          <a:xfrm>
            <a:off x="457200" y="2603500"/>
            <a:ext cx="2286000" cy="2929792"/>
          </a:xfrm>
          <a:prstGeom prst="roundRect">
            <a:avLst>
              <a:gd name="adj" fmla="val 9000"/>
            </a:avLst>
          </a:prstGeom>
          <a:solidFill>
            <a:srgbClr val="F3EEF9"/>
          </a:solidFill>
          <a:ln w="19050">
            <a:noFill/>
          </a:ln>
        </p:spPr>
        <p:txBody>
          <a:bodyPr lIns="45720" tIns="45720" rIns="45720" bIns="73152" anchor="b">
            <a:normAutofit/>
          </a:bodyPr>
          <a:lstStyle/>
          <a:p>
            <a:pPr algn="ctr"/>
            <a:r>
              <a:rPr lang="en-US" sz="2500" b="1" i="0" dirty="0">
                <a:solidFill>
                  <a:srgbClr val="7030A0"/>
                </a:solidFill>
                <a:latin typeface="Arial" pitchFamily="34" charset="0"/>
                <a:cs typeface="Arial" pitchFamily="34" charset="0"/>
              </a:rPr>
              <a:t>Tree 1</a:t>
            </a:r>
          </a:p>
          <a:p>
            <a:pPr algn="ctr"/>
            <a:r>
              <a:rPr lang="en-US" sz="2500" b="0" i="0" dirty="0">
                <a:solidFill>
                  <a:srgbClr val="404040"/>
                </a:solidFill>
                <a:latin typeface="Arial" pitchFamily="34" charset="0"/>
                <a:cs typeface="Arial" pitchFamily="34" charset="0"/>
              </a:rPr>
              <a:t>Makes a first rough prediction.</a:t>
            </a:r>
          </a:p>
        </p:txBody>
      </p:sp>
      <p:sp>
        <p:nvSpPr>
          <p:cNvPr id="2" name="Title 1">
            <a:extLst>
              <a:ext uri="{FF2B5EF4-FFF2-40B4-BE49-F238E27FC236}">
                <a16:creationId xmlns:a16="http://schemas.microsoft.com/office/drawing/2014/main" id="{62EACE91-2655-43E4-9E9A-DDFDC45B7BED}"/>
              </a:ext>
            </a:extLst>
          </p:cNvPr>
          <p:cNvSpPr>
            <a:spLocks noGrp="1"/>
          </p:cNvSpPr>
          <p:nvPr>
            <p:ph type="title"/>
          </p:nvPr>
        </p:nvSpPr>
        <p:spPr>
          <a:xfrm>
            <a:off x="851877" y="134937"/>
            <a:ext cx="10515600" cy="1325563"/>
          </a:xfrm>
        </p:spPr>
        <p:txBody>
          <a:bodyPr/>
          <a:lstStyle/>
          <a:p>
            <a:pPr algn="ctr"/>
            <a:r>
              <a:rPr lang="en-US" sz="4400" b="1" dirty="0">
                <a:solidFill>
                  <a:srgbClr val="7030A0"/>
                </a:solidFill>
                <a:latin typeface="Arial" pitchFamily="34" charset="0"/>
                <a:cs typeface="Arial" pitchFamily="34" charset="0"/>
              </a:rPr>
              <a:t>How XGBoost Works</a:t>
            </a:r>
          </a:p>
        </p:txBody>
      </p:sp>
      <p:sp>
        <p:nvSpPr>
          <p:cNvPr id="20" name="TopCaption"/>
          <p:cNvSpPr/>
          <p:nvPr/>
        </p:nvSpPr>
        <p:spPr>
          <a:xfrm>
            <a:off x="762000" y="1524000"/>
            <a:ext cx="10668000" cy="508000"/>
          </a:xfrm>
          <a:prstGeom prst="rect">
            <a:avLst/>
          </a:prstGeom>
          <a:noFill/>
          <a:ln>
            <a:noFill/>
          </a:ln>
        </p:spPr>
        <p:txBody>
          <a:bodyPr lIns="45720" tIns="45720" rIns="45720" bIns="73152" anchor="ctr">
            <a:noAutofit/>
          </a:bodyPr>
          <a:lstStyle/>
          <a:p>
            <a:pPr algn="ctr"/>
            <a:r>
              <a:rPr lang="en-US" sz="2500" b="0" i="0" dirty="0">
                <a:solidFill>
                  <a:srgbClr val="404040"/>
                </a:solidFill>
                <a:latin typeface="Arial" pitchFamily="34" charset="0"/>
                <a:cs typeface="Arial" pitchFamily="34" charset="0"/>
              </a:rPr>
              <a:t>Boosting adds trees one at a time — each new tree fixes the errors the ones before it left behind.</a:t>
            </a:r>
          </a:p>
        </p:txBody>
      </p:sp>
      <p:sp>
        <p:nvSpPr>
          <p:cNvPr id="22" name="TreeBox"/>
          <p:cNvSpPr/>
          <p:nvPr/>
        </p:nvSpPr>
        <p:spPr>
          <a:xfrm>
            <a:off x="3454400" y="2603500"/>
            <a:ext cx="2286000" cy="2929792"/>
          </a:xfrm>
          <a:prstGeom prst="roundRect">
            <a:avLst>
              <a:gd name="adj" fmla="val 9000"/>
            </a:avLst>
          </a:prstGeom>
          <a:solidFill>
            <a:srgbClr val="F3EEF9"/>
          </a:solidFill>
          <a:ln w="19050">
            <a:noFill/>
          </a:ln>
        </p:spPr>
        <p:txBody>
          <a:bodyPr lIns="45720" tIns="45720" rIns="45720" bIns="73152" anchor="b">
            <a:normAutofit/>
          </a:bodyPr>
          <a:lstStyle/>
          <a:p>
            <a:pPr algn="ctr"/>
            <a:r>
              <a:rPr lang="en-US" sz="2500" b="1" i="0" dirty="0">
                <a:solidFill>
                  <a:srgbClr val="7030A0"/>
                </a:solidFill>
                <a:latin typeface="Arial" pitchFamily="34" charset="0"/>
                <a:cs typeface="Arial" pitchFamily="34" charset="0"/>
              </a:rPr>
              <a:t>Tree 2</a:t>
            </a:r>
          </a:p>
          <a:p>
            <a:pPr algn="ctr"/>
            <a:r>
              <a:rPr lang="en-US" sz="2500" b="0" i="0" dirty="0">
                <a:solidFill>
                  <a:srgbClr val="404040"/>
                </a:solidFill>
                <a:latin typeface="Arial" pitchFamily="34" charset="0"/>
                <a:cs typeface="Arial" pitchFamily="34" charset="0"/>
              </a:rPr>
              <a:t>Corrects Tree 1’s mistakes.</a:t>
            </a:r>
          </a:p>
        </p:txBody>
      </p:sp>
      <p:sp>
        <p:nvSpPr>
          <p:cNvPr id="23" name="TreeBox"/>
          <p:cNvSpPr/>
          <p:nvPr/>
        </p:nvSpPr>
        <p:spPr>
          <a:xfrm>
            <a:off x="6451600" y="2603499"/>
            <a:ext cx="2286000" cy="2929791"/>
          </a:xfrm>
          <a:prstGeom prst="roundRect">
            <a:avLst>
              <a:gd name="adj" fmla="val 9000"/>
            </a:avLst>
          </a:prstGeom>
          <a:solidFill>
            <a:srgbClr val="F3EEF9"/>
          </a:solidFill>
          <a:ln w="19050">
            <a:noFill/>
          </a:ln>
        </p:spPr>
        <p:txBody>
          <a:bodyPr lIns="45720" tIns="45720" rIns="45720" bIns="73152" anchor="b">
            <a:normAutofit/>
          </a:bodyPr>
          <a:lstStyle/>
          <a:p>
            <a:pPr algn="ctr"/>
            <a:r>
              <a:rPr lang="en-US" sz="2500" b="1" i="0" dirty="0">
                <a:solidFill>
                  <a:srgbClr val="7030A0"/>
                </a:solidFill>
                <a:latin typeface="Arial" pitchFamily="34" charset="0"/>
                <a:cs typeface="Arial" pitchFamily="34" charset="0"/>
              </a:rPr>
              <a:t>Tree 3</a:t>
            </a:r>
          </a:p>
          <a:p>
            <a:pPr algn="ctr"/>
            <a:r>
              <a:rPr lang="en-US" sz="2500" b="0" i="0" dirty="0">
                <a:solidFill>
                  <a:srgbClr val="404040"/>
                </a:solidFill>
                <a:latin typeface="Arial" pitchFamily="34" charset="0"/>
                <a:cs typeface="Arial" pitchFamily="34" charset="0"/>
              </a:rPr>
              <a:t>Fixes what’s still left.</a:t>
            </a:r>
          </a:p>
        </p:txBody>
      </p:sp>
      <p:sp>
        <p:nvSpPr>
          <p:cNvPr id="24" name="FinalBox"/>
          <p:cNvSpPr/>
          <p:nvPr/>
        </p:nvSpPr>
        <p:spPr>
          <a:xfrm>
            <a:off x="9448800" y="2603500"/>
            <a:ext cx="2286000" cy="2929790"/>
          </a:xfrm>
          <a:prstGeom prst="roundRect">
            <a:avLst>
              <a:gd name="adj" fmla="val 9000"/>
            </a:avLst>
          </a:prstGeom>
          <a:solidFill>
            <a:srgbClr val="7030A0"/>
          </a:solidFill>
          <a:ln>
            <a:noFill/>
          </a:ln>
        </p:spPr>
        <p:txBody>
          <a:bodyPr lIns="45720" tIns="45720" rIns="45720" bIns="73152" anchor="b">
            <a:noAutofit/>
          </a:bodyPr>
          <a:lstStyle/>
          <a:p>
            <a:pPr algn="ctr">
              <a:spcAft>
                <a:spcPts val="240"/>
              </a:spcAft>
              <a:buNone/>
            </a:pPr>
            <a:r>
              <a:rPr lang="en-US" sz="2500" b="1" dirty="0">
                <a:solidFill>
                  <a:srgbClr val="FFFFFF"/>
                </a:solidFill>
                <a:latin typeface="Arial" pitchFamily="34" charset="0"/>
                <a:cs typeface="Arial" pitchFamily="34" charset="0"/>
              </a:rPr>
              <a:t>Final Prediction</a:t>
            </a:r>
          </a:p>
          <a:p>
            <a:pPr algn="ctr">
              <a:lnSpc>
                <a:spcPct val="104000"/>
              </a:lnSpc>
              <a:spcAft>
                <a:spcPts val="0"/>
              </a:spcAft>
              <a:buNone/>
            </a:pPr>
            <a:r>
              <a:rPr lang="en-US" sz="2500" dirty="0">
                <a:solidFill>
                  <a:srgbClr val="FFFFFF"/>
                </a:solidFill>
                <a:latin typeface="Arial" pitchFamily="34" charset="0"/>
                <a:cs typeface="Arial" pitchFamily="34" charset="0"/>
              </a:rPr>
              <a:t>All trees combine.</a:t>
            </a:r>
          </a:p>
        </p:txBody>
      </p:sp>
      <p:sp>
        <p:nvSpPr>
          <p:cNvPr id="25" name="Plus1"/>
          <p:cNvSpPr/>
          <p:nvPr/>
        </p:nvSpPr>
        <p:spPr>
          <a:xfrm>
            <a:off x="2743200" y="3378200"/>
            <a:ext cx="711200" cy="609600"/>
          </a:xfrm>
          <a:prstGeom prst="rect">
            <a:avLst/>
          </a:prstGeom>
          <a:noFill/>
          <a:ln>
            <a:noFill/>
          </a:ln>
        </p:spPr>
        <p:txBody>
          <a:bodyPr lIns="45720" tIns="45720" rIns="45720" bIns="73152" anchor="ctr">
            <a:normAutofit/>
          </a:bodyPr>
          <a:lstStyle/>
          <a:p>
            <a:pPr algn="ctr"/>
            <a:r>
              <a:rPr lang="en-US" sz="2500" b="1" i="0" dirty="0">
                <a:solidFill>
                  <a:srgbClr val="7030A0"/>
                </a:solidFill>
                <a:latin typeface="Arial" pitchFamily="34" charset="0"/>
                <a:cs typeface="Arial" pitchFamily="34" charset="0"/>
              </a:rPr>
              <a:t>+</a:t>
            </a:r>
          </a:p>
        </p:txBody>
      </p:sp>
      <p:sp>
        <p:nvSpPr>
          <p:cNvPr id="26" name="Plus2"/>
          <p:cNvSpPr/>
          <p:nvPr/>
        </p:nvSpPr>
        <p:spPr>
          <a:xfrm>
            <a:off x="5740400" y="3378200"/>
            <a:ext cx="711200" cy="609600"/>
          </a:xfrm>
          <a:prstGeom prst="rect">
            <a:avLst/>
          </a:prstGeom>
          <a:noFill/>
          <a:ln>
            <a:noFill/>
          </a:ln>
        </p:spPr>
        <p:txBody>
          <a:bodyPr lIns="45720" tIns="45720" rIns="45720" bIns="73152" anchor="ctr">
            <a:normAutofit/>
          </a:bodyPr>
          <a:lstStyle/>
          <a:p>
            <a:pPr algn="ctr"/>
            <a:r>
              <a:rPr lang="en-US" sz="2500" b="1" i="0" dirty="0">
                <a:solidFill>
                  <a:srgbClr val="7030A0"/>
                </a:solidFill>
                <a:latin typeface="Arial" pitchFamily="34" charset="0"/>
                <a:cs typeface="Arial" pitchFamily="34" charset="0"/>
              </a:rPr>
              <a:t>+</a:t>
            </a:r>
          </a:p>
        </p:txBody>
      </p:sp>
      <p:sp>
        <p:nvSpPr>
          <p:cNvPr id="27" name="Eq"/>
          <p:cNvSpPr/>
          <p:nvPr/>
        </p:nvSpPr>
        <p:spPr>
          <a:xfrm>
            <a:off x="8737600" y="3378200"/>
            <a:ext cx="711200" cy="609600"/>
          </a:xfrm>
          <a:prstGeom prst="rect">
            <a:avLst/>
          </a:prstGeom>
          <a:noFill/>
          <a:ln>
            <a:noFill/>
          </a:ln>
        </p:spPr>
        <p:txBody>
          <a:bodyPr lIns="45720" tIns="45720" rIns="45720" bIns="73152" anchor="ctr">
            <a:normAutofit/>
          </a:bodyPr>
          <a:lstStyle/>
          <a:p>
            <a:pPr algn="ctr"/>
            <a:r>
              <a:rPr lang="en-US" sz="2500" b="1" i="0" dirty="0">
                <a:solidFill>
                  <a:srgbClr val="7030A0"/>
                </a:solidFill>
                <a:latin typeface="Arial" pitchFamily="34" charset="0"/>
                <a:cs typeface="Arial" pitchFamily="34" charset="0"/>
              </a:rPr>
              <a:t>=</a:t>
            </a:r>
          </a:p>
        </p:txBody>
      </p:sp>
      <p:sp>
        <p:nvSpPr>
          <p:cNvPr id="28" name="BottomCaption"/>
          <p:cNvSpPr/>
          <p:nvPr/>
        </p:nvSpPr>
        <p:spPr>
          <a:xfrm>
            <a:off x="775677" y="6006315"/>
            <a:ext cx="10668000" cy="508000"/>
          </a:xfrm>
          <a:prstGeom prst="rect">
            <a:avLst/>
          </a:prstGeom>
          <a:noFill/>
          <a:ln>
            <a:noFill/>
          </a:ln>
        </p:spPr>
        <p:txBody>
          <a:bodyPr lIns="45720" tIns="45720" rIns="45720" bIns="73152" anchor="ctr">
            <a:normAutofit/>
          </a:bodyPr>
          <a:lstStyle/>
          <a:p>
            <a:pPr algn="ctr"/>
            <a:r>
              <a:rPr lang="en-US" sz="2500" b="0" i="1" dirty="0">
                <a:solidFill>
                  <a:srgbClr val="6E6E6E"/>
                </a:solidFill>
                <a:latin typeface="Arial" pitchFamily="34" charset="0"/>
                <a:cs typeface="Arial" pitchFamily="34" charset="0"/>
              </a:rPr>
              <a:t>More trees, sharper predictions — the leftover errors keep shrinking.</a:t>
            </a:r>
          </a:p>
        </p:txBody>
      </p:sp>
      <p:pic>
        <p:nvPicPr>
          <p:cNvPr id="29" name="Graphic 29" descr="Decision tree 1"/>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04900" y="2781300"/>
            <a:ext cx="990600" cy="990600"/>
          </a:xfrm>
          <a:prstGeom prst="rect">
            <a:avLst/>
          </a:prstGeom>
        </p:spPr>
      </p:pic>
      <p:pic>
        <p:nvPicPr>
          <p:cNvPr id="30" name="Graphic 30" descr="Decision tree 3"/>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99300" y="2781300"/>
            <a:ext cx="990600" cy="990600"/>
          </a:xfrm>
          <a:prstGeom prst="rect">
            <a:avLst/>
          </a:prstGeom>
        </p:spPr>
      </p:pic>
      <p:pic>
        <p:nvPicPr>
          <p:cNvPr id="31" name="Graphic 31" descr="Decision tree 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02100" y="2781300"/>
            <a:ext cx="990600" cy="990600"/>
          </a:xfrm>
          <a:prstGeom prst="rect">
            <a:avLst/>
          </a:prstGeom>
        </p:spPr>
      </p:pic>
      <p:pic>
        <p:nvPicPr>
          <p:cNvPr id="32" name="Graphic 32" descr="Accurate final predicti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096500" y="2781300"/>
            <a:ext cx="990600" cy="990600"/>
          </a:xfrm>
          <a:prstGeom prst="rect">
            <a:avLst/>
          </a:prstGeom>
        </p:spPr>
      </p:pic>
    </p:spTree>
    <p:extLst>
      <p:ext uri="{BB962C8B-B14F-4D97-AF65-F5344CB8AC3E}">
        <p14:creationId xmlns:p14="http://schemas.microsoft.com/office/powerpoint/2010/main" val="1793526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B8B11-43E6-44DD-43E5-52283068CE6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C729EC6-8CC1-73AE-4804-7B7A044CB0FB}"/>
              </a:ext>
            </a:extLst>
          </p:cNvPr>
          <p:cNvSpPr>
            <a:spLocks noGrp="1"/>
          </p:cNvSpPr>
          <p:nvPr>
            <p:ph type="title"/>
          </p:nvPr>
        </p:nvSpPr>
        <p:spPr>
          <a:xfrm>
            <a:off x="838200" y="2508525"/>
            <a:ext cx="10515600" cy="1840950"/>
          </a:xfrm>
        </p:spPr>
        <p:txBody>
          <a:bodyPr>
            <a:normAutofit fontScale="90000"/>
          </a:bodyPr>
          <a:lstStyle/>
          <a:p>
            <a:pPr algn="ctr">
              <a:lnSpc>
                <a:spcPct val="150000"/>
              </a:lnSpc>
            </a:pPr>
            <a:r>
              <a:rPr lang="en-US" b="1" u="sng" dirty="0">
                <a:solidFill>
                  <a:srgbClr val="7030A0"/>
                </a:solidFill>
                <a:latin typeface="Arial" panose="020B0604020202020204" pitchFamily="34" charset="0"/>
                <a:cs typeface="Arial" panose="020B0604020202020204" pitchFamily="34" charset="0"/>
              </a:rPr>
              <a:t>Just as a reminder:</a:t>
            </a:r>
            <a:r>
              <a:rPr lang="en-US" b="1" dirty="0">
                <a:solidFill>
                  <a:srgbClr val="7030A0"/>
                </a:solidFill>
                <a:latin typeface="Arial" panose="020B0604020202020204" pitchFamily="34" charset="0"/>
                <a:cs typeface="Arial" panose="020B0604020202020204" pitchFamily="34" charset="0"/>
              </a:rPr>
              <a:t>  We are using the </a:t>
            </a:r>
            <a:r>
              <a:rPr lang="en-US" b="1" dirty="0" err="1">
                <a:solidFill>
                  <a:schemeClr val="accent2"/>
                </a:solidFill>
                <a:latin typeface="Arial" panose="020B0604020202020204" pitchFamily="34" charset="0"/>
                <a:cs typeface="Arial" panose="020B0604020202020204" pitchFamily="34" charset="0"/>
              </a:rPr>
              <a:t>FluSight</a:t>
            </a:r>
            <a:r>
              <a:rPr lang="en-US" b="1" dirty="0">
                <a:solidFill>
                  <a:schemeClr val="accent2"/>
                </a:solidFill>
                <a:latin typeface="Arial" panose="020B0604020202020204" pitchFamily="34" charset="0"/>
                <a:cs typeface="Arial" panose="020B0604020202020204" pitchFamily="34" charset="0"/>
              </a:rPr>
              <a:t> </a:t>
            </a:r>
            <a:r>
              <a:rPr lang="en-US" b="1" dirty="0">
                <a:solidFill>
                  <a:srgbClr val="7030A0"/>
                </a:solidFill>
                <a:latin typeface="Arial" panose="020B0604020202020204" pitchFamily="34" charset="0"/>
                <a:cs typeface="Arial" panose="020B0604020202020204" pitchFamily="34" charset="0"/>
              </a:rPr>
              <a:t>format for all forecasts. </a:t>
            </a:r>
          </a:p>
        </p:txBody>
      </p:sp>
    </p:spTree>
    <p:extLst>
      <p:ext uri="{BB962C8B-B14F-4D97-AF65-F5344CB8AC3E}">
        <p14:creationId xmlns:p14="http://schemas.microsoft.com/office/powerpoint/2010/main" val="7248371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3A9EB-4DA3-93E1-AF0B-C196C6BDA49A}"/>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AF0D4574-7ECE-3FD3-04CD-1C2658FEE207}"/>
              </a:ext>
            </a:extLst>
          </p:cNvPr>
          <p:cNvGraphicFramePr>
            <a:graphicFrameLocks noGrp="1"/>
          </p:cNvGraphicFramePr>
          <p:nvPr/>
        </p:nvGraphicFramePr>
        <p:xfrm>
          <a:off x="304800" y="91440"/>
          <a:ext cx="11582400" cy="6675120"/>
        </p:xfrm>
        <a:graphic>
          <a:graphicData uri="http://schemas.openxmlformats.org/drawingml/2006/table">
            <a:tbl>
              <a:tblPr firstRow="1" bandRow="1">
                <a:tableStyleId>{5940675A-B579-460E-94D1-54222C63F5DA}</a:tableStyleId>
              </a:tblPr>
              <a:tblGrid>
                <a:gridCol w="2201262">
                  <a:extLst>
                    <a:ext uri="{9D8B030D-6E8A-4147-A177-3AD203B41FA5}">
                      <a16:colId xmlns:a16="http://schemas.microsoft.com/office/drawing/2014/main" val="833287054"/>
                    </a:ext>
                  </a:extLst>
                </a:gridCol>
                <a:gridCol w="3774892">
                  <a:extLst>
                    <a:ext uri="{9D8B030D-6E8A-4147-A177-3AD203B41FA5}">
                      <a16:colId xmlns:a16="http://schemas.microsoft.com/office/drawing/2014/main" val="2692972846"/>
                    </a:ext>
                  </a:extLst>
                </a:gridCol>
                <a:gridCol w="1910187">
                  <a:extLst>
                    <a:ext uri="{9D8B030D-6E8A-4147-A177-3AD203B41FA5}">
                      <a16:colId xmlns:a16="http://schemas.microsoft.com/office/drawing/2014/main" val="741367170"/>
                    </a:ext>
                  </a:extLst>
                </a:gridCol>
                <a:gridCol w="3696059">
                  <a:extLst>
                    <a:ext uri="{9D8B030D-6E8A-4147-A177-3AD203B41FA5}">
                      <a16:colId xmlns:a16="http://schemas.microsoft.com/office/drawing/2014/main" val="132666660"/>
                    </a:ext>
                  </a:extLst>
                </a:gridCol>
              </a:tblGrid>
              <a:tr h="327036">
                <a:tc>
                  <a:txBody>
                    <a:bodyPr/>
                    <a:lstStyle/>
                    <a:p>
                      <a:pPr algn="ctr"/>
                      <a:r>
                        <a:rPr lang="en-US" sz="1600" b="1" dirty="0">
                          <a:latin typeface="Arial" panose="020B0604020202020204" pitchFamily="34" charset="0"/>
                          <a:cs typeface="Arial" panose="020B0604020202020204" pitchFamily="34" charset="0"/>
                        </a:rPr>
                        <a:t>Column</a:t>
                      </a:r>
                    </a:p>
                  </a:txBody>
                  <a:tcP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Description</a:t>
                      </a:r>
                    </a:p>
                  </a:txBody>
                  <a:tcP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Entry Type</a:t>
                      </a:r>
                    </a:p>
                  </a:txBody>
                  <a:tcP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Acceptable Values</a:t>
                      </a:r>
                    </a:p>
                  </a:txBody>
                  <a:tcP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extLst>
                  <a:ext uri="{0D108BD9-81ED-4DB2-BD59-A6C34878D82A}">
                    <a16:rowId xmlns:a16="http://schemas.microsoft.com/office/drawing/2014/main" val="2489783184"/>
                  </a:ext>
                </a:extLst>
              </a:tr>
              <a:tr h="1040570">
                <a:tc>
                  <a:txBody>
                    <a:bodyPr/>
                    <a:lstStyle/>
                    <a:p>
                      <a:pPr algn="l"/>
                      <a:r>
                        <a:rPr lang="en-US" sz="1600" dirty="0" err="1">
                          <a:latin typeface="Courier New" panose="02070309020205020404" pitchFamily="49" charset="0"/>
                          <a:cs typeface="Courier New" panose="02070309020205020404" pitchFamily="49" charset="0"/>
                        </a:rPr>
                        <a:t>reference_date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last day of the week the forecast(s) are submitted to the challenge. It is the Saturday following the forecast due date.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ISO Format Date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YYYY-MM-DD</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042036332"/>
                  </a:ext>
                </a:extLst>
              </a:tr>
              <a:tr h="327036">
                <a:tc>
                  <a:txBody>
                    <a:bodyPr/>
                    <a:lstStyle/>
                    <a:p>
                      <a:pPr algn="l"/>
                      <a:r>
                        <a:rPr lang="en-US" sz="1600" dirty="0">
                          <a:latin typeface="Courier New" panose="02070309020205020404" pitchFamily="49" charset="0"/>
                          <a:cs typeface="Courier New" panose="02070309020205020404" pitchFamily="49" charset="0"/>
                        </a:rPr>
                        <a:t>target</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target of the forecast.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err="1">
                          <a:latin typeface="Courier New" panose="02070309020205020404" pitchFamily="49" charset="0"/>
                          <a:cs typeface="Courier New" panose="02070309020205020404" pitchFamily="49" charset="0"/>
                        </a:rPr>
                        <a:t>wk</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inc</a:t>
                      </a:r>
                      <a:r>
                        <a:rPr lang="en-US" sz="1600" dirty="0">
                          <a:latin typeface="Courier New" panose="02070309020205020404" pitchFamily="49" charset="0"/>
                          <a:cs typeface="Courier New" panose="02070309020205020404" pitchFamily="49" charset="0"/>
                        </a:rPr>
                        <a:t> flu </a:t>
                      </a:r>
                      <a:r>
                        <a:rPr lang="en-US" sz="1600" dirty="0" err="1">
                          <a:latin typeface="Courier New" panose="02070309020205020404" pitchFamily="49" charset="0"/>
                          <a:cs typeface="Courier New" panose="02070309020205020404" pitchFamily="49" charset="0"/>
                        </a:rPr>
                        <a:t>hosp</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147885958"/>
                  </a:ext>
                </a:extLst>
              </a:tr>
              <a:tr h="802726">
                <a:tc>
                  <a:txBody>
                    <a:bodyPr/>
                    <a:lstStyle/>
                    <a:p>
                      <a:pPr algn="l"/>
                      <a:r>
                        <a:rPr lang="en-US" sz="1600" dirty="0">
                          <a:latin typeface="Courier New" panose="02070309020205020404" pitchFamily="49" charset="0"/>
                          <a:cs typeface="Courier New" panose="02070309020205020404" pitchFamily="49" charset="0"/>
                        </a:rPr>
                        <a:t>horizon</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number of weeks between the </a:t>
                      </a:r>
                      <a:r>
                        <a:rPr lang="en-US" sz="1600" dirty="0" err="1">
                          <a:latin typeface="Arial" panose="020B0604020202020204" pitchFamily="34" charset="0"/>
                          <a:cs typeface="Arial" panose="020B0604020202020204" pitchFamily="34" charset="0"/>
                        </a:rPr>
                        <a:t>reference_date</a:t>
                      </a:r>
                      <a:r>
                        <a:rPr lang="en-US" sz="1600" dirty="0">
                          <a:latin typeface="Arial" panose="020B0604020202020204" pitchFamily="34" charset="0"/>
                          <a:cs typeface="Arial" panose="020B0604020202020204" pitchFamily="34" charset="0"/>
                        </a:rPr>
                        <a:t> and the </a:t>
                      </a:r>
                      <a:r>
                        <a:rPr lang="en-US" sz="1600" dirty="0" err="1">
                          <a:latin typeface="Arial" panose="020B0604020202020204" pitchFamily="34" charset="0"/>
                          <a:cs typeface="Arial" panose="020B0604020202020204" pitchFamily="34" charset="0"/>
                        </a:rPr>
                        <a:t>target_end_date</a:t>
                      </a:r>
                      <a:r>
                        <a:rPr lang="en-US" sz="1600" dirty="0">
                          <a:latin typeface="Arial" panose="020B0604020202020204" pitchFamily="34" charset="0"/>
                          <a:cs typeface="Arial" panose="020B0604020202020204" pitchFamily="34" charset="0"/>
                        </a:rPr>
                        <a:t>.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[1]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949957553"/>
                  </a:ext>
                </a:extLst>
              </a:tr>
              <a:tr h="802726">
                <a:tc>
                  <a:txBody>
                    <a:bodyPr/>
                    <a:lstStyle/>
                    <a:p>
                      <a:pPr algn="l"/>
                      <a:r>
                        <a:rPr lang="en-US" sz="1600" dirty="0" err="1">
                          <a:latin typeface="Courier New" panose="02070309020205020404" pitchFamily="49" charset="0"/>
                          <a:cs typeface="Courier New" panose="02070309020205020404" pitchFamily="49" charset="0"/>
                        </a:rPr>
                        <a:t>target_end_date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last date of the retrospective/nowcast/</a:t>
                      </a:r>
                    </a:p>
                    <a:p>
                      <a:pPr algn="l"/>
                      <a:r>
                        <a:rPr lang="en-US" sz="1600" dirty="0">
                          <a:latin typeface="Arial" panose="020B0604020202020204" pitchFamily="34" charset="0"/>
                          <a:cs typeface="Arial" panose="020B0604020202020204" pitchFamily="34" charset="0"/>
                        </a:rPr>
                        <a:t>forecast target’s week (Saturday).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ISO Format Date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YYYY-MM-DD</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4155191041"/>
                  </a:ext>
                </a:extLst>
              </a:tr>
              <a:tr h="802726">
                <a:tc>
                  <a:txBody>
                    <a:bodyPr/>
                    <a:lstStyle/>
                    <a:p>
                      <a:pPr algn="l"/>
                      <a:r>
                        <a:rPr lang="en-US" sz="1600" dirty="0">
                          <a:latin typeface="Courier New" panose="02070309020205020404" pitchFamily="49" charset="0"/>
                          <a:cs typeface="Courier New" panose="02070309020205020404" pitchFamily="49" charset="0"/>
                        </a:rPr>
                        <a:t>location</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b="0" i="0" kern="1200" dirty="0">
                          <a:solidFill>
                            <a:schemeClr val="tx1"/>
                          </a:solidFill>
                          <a:effectLst/>
                          <a:latin typeface="Arial" panose="020B0604020202020204" pitchFamily="34" charset="0"/>
                          <a:ea typeface="+mn-ea"/>
                          <a:cs typeface="Arial" panose="020B0604020202020204" pitchFamily="34" charset="0"/>
                        </a:rPr>
                        <a:t>FIPS codes for U.S. states as well as "US" for national forecasts the </a:t>
                      </a:r>
                      <a:r>
                        <a:rPr lang="en-US" sz="1600" dirty="0">
                          <a:latin typeface="Arial" panose="020B0604020202020204" pitchFamily="34" charset="0"/>
                          <a:cs typeface="Arial" panose="020B0604020202020204" pitchFamily="34" charset="0"/>
                        </a:rPr>
                        <a:t>corresponding row is associated with.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US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907684717"/>
                  </a:ext>
                </a:extLst>
              </a:tr>
              <a:tr h="327036">
                <a:tc>
                  <a:txBody>
                    <a:bodyPr/>
                    <a:lstStyle/>
                    <a:p>
                      <a:pPr algn="l"/>
                      <a:r>
                        <a:rPr lang="en-US" sz="1600" dirty="0" err="1">
                          <a:latin typeface="Courier New" panose="02070309020205020404" pitchFamily="49" charset="0"/>
                          <a:cs typeface="Courier New" panose="02070309020205020404" pitchFamily="49" charset="0"/>
                        </a:rPr>
                        <a:t>output_type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type of value shown.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quantile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386425733"/>
                  </a:ext>
                </a:extLst>
              </a:tr>
              <a:tr h="1278415">
                <a:tc>
                  <a:txBody>
                    <a:bodyPr/>
                    <a:lstStyle/>
                    <a:p>
                      <a:pPr algn="l"/>
                      <a:r>
                        <a:rPr lang="en-US" sz="1600" dirty="0" err="1">
                          <a:latin typeface="Courier New" panose="02070309020205020404" pitchFamily="49" charset="0"/>
                          <a:cs typeface="Courier New" panose="02070309020205020404" pitchFamily="49" charset="0"/>
                        </a:rPr>
                        <a:t>output_type_id</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quantile label for the value in the corresponding row.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b="0" i="0" kern="1200" dirty="0">
                          <a:solidFill>
                            <a:schemeClr val="tx1"/>
                          </a:solidFill>
                          <a:effectLst/>
                          <a:latin typeface="Courier New" panose="02070309020205020404" pitchFamily="49" charset="0"/>
                          <a:ea typeface="+mn-ea"/>
                          <a:cs typeface="Courier New" panose="02070309020205020404" pitchFamily="49" charset="0"/>
                        </a:rPr>
                        <a:t>0.01, 0.025, 0.05, 0.1, 0.15, 0.2, 0.25, 0.3, 0.35, 0.4, 0.45, 0.5, 0.55, 0.6, 0.65, 0.7, 0.75, 0.8, 0.85, 0.9, 0.95, 0.975, </a:t>
                      </a:r>
                      <a:r>
                        <a:rPr lang="en-US" sz="1600" b="0" i="0" kern="1200" dirty="0">
                          <a:solidFill>
                            <a:schemeClr val="tx1"/>
                          </a:solidFill>
                          <a:effectLst/>
                          <a:latin typeface="Arial" panose="020B0604020202020204" pitchFamily="34" charset="0"/>
                          <a:ea typeface="+mn-ea"/>
                          <a:cs typeface="Arial" panose="020B0604020202020204" pitchFamily="34" charset="0"/>
                        </a:rPr>
                        <a:t>and</a:t>
                      </a:r>
                      <a:r>
                        <a:rPr lang="en-US" sz="1600" b="0" i="0" kern="1200" dirty="0">
                          <a:solidFill>
                            <a:schemeClr val="tx1"/>
                          </a:solidFill>
                          <a:effectLst/>
                          <a:latin typeface="Courier New" panose="02070309020205020404" pitchFamily="49" charset="0"/>
                          <a:ea typeface="+mn-ea"/>
                          <a:cs typeface="Courier New" panose="02070309020205020404" pitchFamily="49" charset="0"/>
                        </a:rPr>
                        <a:t> 0.99</a:t>
                      </a:r>
                      <a:endParaRPr lang="en-US" sz="1600" b="0" i="0" kern="1200" dirty="0">
                        <a:solidFill>
                          <a:schemeClr val="dk1"/>
                        </a:solidFill>
                        <a:effectLst/>
                        <a:latin typeface="Courier New" panose="02070309020205020404" pitchFamily="49" charset="0"/>
                        <a:ea typeface="+mn-ea"/>
                        <a:cs typeface="Courier New" panose="02070309020205020404" pitchFamily="49" charset="0"/>
                      </a:endParaRP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625344559"/>
                  </a:ext>
                </a:extLst>
              </a:tr>
              <a:tr h="802726">
                <a:tc>
                  <a:txBody>
                    <a:bodyPr/>
                    <a:lstStyle/>
                    <a:p>
                      <a:pPr algn="l"/>
                      <a:r>
                        <a:rPr lang="en-US" sz="1600" dirty="0">
                          <a:latin typeface="Courier New" panose="02070309020205020404" pitchFamily="49" charset="0"/>
                          <a:cs typeface="Courier New" panose="02070309020205020404" pitchFamily="49" charset="0"/>
                        </a:rPr>
                        <a:t>value</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non-negative numbers indicating the quantile prediction for the corresponding row.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Integer</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6296662"/>
                  </a:ext>
                </a:extLst>
              </a:tr>
            </a:tbl>
          </a:graphicData>
        </a:graphic>
      </p:graphicFrame>
    </p:spTree>
    <p:extLst>
      <p:ext uri="{BB962C8B-B14F-4D97-AF65-F5344CB8AC3E}">
        <p14:creationId xmlns:p14="http://schemas.microsoft.com/office/powerpoint/2010/main" val="34470017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1B575-284C-785D-9834-DE6C9862AAAF}"/>
            </a:ext>
          </a:extLst>
        </p:cNvPr>
        <p:cNvGrpSpPr/>
        <p:nvPr/>
      </p:nvGrpSpPr>
      <p:grpSpPr>
        <a:xfrm>
          <a:off x="0" y="0"/>
          <a:ext cx="0" cy="0"/>
          <a:chOff x="0" y="0"/>
          <a:chExt cx="0" cy="0"/>
        </a:xfrm>
      </p:grpSpPr>
      <p:sp>
        <p:nvSpPr>
          <p:cNvPr id="11" name="Title">
            <a:extLst>
              <a:ext uri="{FF2B5EF4-FFF2-40B4-BE49-F238E27FC236}">
                <a16:creationId xmlns:a16="http://schemas.microsoft.com/office/drawing/2014/main" id="{E9E8480C-48CE-214D-52E2-CB96BA536956}"/>
              </a:ext>
            </a:extLst>
          </p:cNvPr>
          <p:cNvSpPr>
            <a:spLocks noGrp="1"/>
          </p:cNvSpPr>
          <p:nvPr>
            <p:ph type="title"/>
          </p:nvPr>
        </p:nvSpPr>
        <p:spPr>
          <a:xfrm>
            <a:off x="838200" y="250825"/>
            <a:ext cx="10515600" cy="1325563"/>
          </a:xfrm>
        </p:spPr>
        <p:txBody>
          <a:bodyPr>
            <a:normAutofit/>
          </a:bodyPr>
          <a:lstStyle/>
          <a:p>
            <a:pPr algn="ctr"/>
            <a:r>
              <a:rPr lang="en-US" b="1" dirty="0">
                <a:solidFill>
                  <a:srgbClr val="7030A0"/>
                </a:solidFill>
                <a:latin typeface="Arial" panose="020B0604020202020204" pitchFamily="34" charset="0"/>
                <a:cs typeface="Arial" panose="020B0604020202020204" pitchFamily="34" charset="0"/>
              </a:rPr>
              <a:t>Evaluation: Should we keep the change?</a:t>
            </a:r>
          </a:p>
        </p:txBody>
      </p:sp>
      <p:graphicFrame>
        <p:nvGraphicFramePr>
          <p:cNvPr id="14" name="Table">
            <a:extLst>
              <a:ext uri="{FF2B5EF4-FFF2-40B4-BE49-F238E27FC236}">
                <a16:creationId xmlns:a16="http://schemas.microsoft.com/office/drawing/2014/main" id="{8043B5F2-E7F2-EFEA-0DCD-13E1C85E4914}"/>
              </a:ext>
            </a:extLst>
          </p:cNvPr>
          <p:cNvGraphicFramePr>
            <a:graphicFrameLocks noGrp="1"/>
          </p:cNvGraphicFramePr>
          <p:nvPr>
            <p:extLst>
              <p:ext uri="{D42A27DB-BD31-4B8C-83A1-F6EECF244321}">
                <p14:modId xmlns:p14="http://schemas.microsoft.com/office/powerpoint/2010/main" val="4079233659"/>
              </p:ext>
            </p:extLst>
          </p:nvPr>
        </p:nvGraphicFramePr>
        <p:xfrm>
          <a:off x="1065276" y="3122321"/>
          <a:ext cx="10058400" cy="2482995"/>
        </p:xfrm>
        <a:graphic>
          <a:graphicData uri="http://schemas.openxmlformats.org/drawingml/2006/table">
            <a:tbl>
              <a:tblPr firstRow="1"/>
              <a:tblGrid>
                <a:gridCol w="1874520">
                  <a:extLst>
                    <a:ext uri="{9D8B030D-6E8A-4147-A177-3AD203B41FA5}">
                      <a16:colId xmlns:a16="http://schemas.microsoft.com/office/drawing/2014/main" val="20000"/>
                    </a:ext>
                  </a:extLst>
                </a:gridCol>
                <a:gridCol w="1608758">
                  <a:extLst>
                    <a:ext uri="{9D8B030D-6E8A-4147-A177-3AD203B41FA5}">
                      <a16:colId xmlns:a16="http://schemas.microsoft.com/office/drawing/2014/main" val="20001"/>
                    </a:ext>
                  </a:extLst>
                </a:gridCol>
                <a:gridCol w="2048842">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tblGrid>
              <a:tr h="502782">
                <a:tc>
                  <a:txBody>
                    <a:bodyPr/>
                    <a:lstStyle/>
                    <a:p>
                      <a:pPr algn="ctr">
                        <a:spcAft>
                          <a:spcPts val="0"/>
                        </a:spcAft>
                        <a:buNone/>
                      </a:pPr>
                      <a:r>
                        <a:rPr lang="en-US" sz="1800" b="1" dirty="0">
                          <a:solidFill>
                            <a:srgbClr val="7030A0"/>
                          </a:solidFill>
                          <a:latin typeface="Arial" pitchFamily="34" charset="0"/>
                          <a:cs typeface="Arial" pitchFamily="34" charset="0"/>
                        </a:rPr>
                        <a:t>Change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a:solidFill>
                        <a:srgbClr val="C9C6D6"/>
                      </a:solidFill>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Model</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a:solidFill>
                        <a:srgbClr val="C9C6D6"/>
                      </a:solidFill>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Indicator</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a:solidFill>
                        <a:srgbClr val="C9C6D6"/>
                      </a:solidFill>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WIS</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a:solidFill>
                        <a:srgbClr val="C9C6D6"/>
                      </a:solidFill>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MAE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a:solidFill>
                        <a:srgbClr val="C9C6D6"/>
                      </a:solidFill>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95% PI Coverage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a:solidFill>
                        <a:srgbClr val="C9C6D6"/>
                      </a:solidFill>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Keep?</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a:solidFill>
                        <a:srgbClr val="C9C6D6"/>
                      </a:solidFill>
                    </a:lnB>
                    <a:solidFill>
                      <a:srgbClr val="E8E6F2"/>
                    </a:solidFill>
                  </a:tcPr>
                </a:tc>
                <a:extLst>
                  <a:ext uri="{0D108BD9-81ED-4DB2-BD59-A6C34878D82A}">
                    <a16:rowId xmlns:a16="http://schemas.microsoft.com/office/drawing/2014/main" val="10000"/>
                  </a:ext>
                </a:extLst>
              </a:tr>
              <a:tr h="623449">
                <a:tc>
                  <a:txBody>
                    <a:bodyPr/>
                    <a:lstStyle/>
                    <a:p>
                      <a:pPr algn="ctr">
                        <a:spcAft>
                          <a:spcPts val="0"/>
                        </a:spcAft>
                        <a:buNone/>
                      </a:pPr>
                      <a:r>
                        <a:rPr lang="en-US" sz="1800" dirty="0">
                          <a:solidFill>
                            <a:srgbClr val="000000"/>
                          </a:solidFill>
                          <a:latin typeface="Arial" pitchFamily="34" charset="0"/>
                          <a:cs typeface="Arial" pitchFamily="34" charset="0"/>
                        </a:rPr>
                        <a:t>Baseline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ARIMA</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b="0" dirty="0">
                          <a:solidFill>
                            <a:schemeClr val="bg2">
                              <a:lumMod val="50000"/>
                            </a:schemeClr>
                          </a:solidFill>
                          <a:latin typeface="Arial" pitchFamily="34" charset="0"/>
                          <a:cs typeface="Arial" pitchFamily="34" charset="0"/>
                        </a:rPr>
                        <a:t>N/A</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705.1</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6102.2</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85%</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3449">
                <a:tc>
                  <a:txBody>
                    <a:bodyPr/>
                    <a:lstStyle/>
                    <a:p>
                      <a:pPr algn="ctr">
                        <a:spcAft>
                          <a:spcPts val="0"/>
                        </a:spcAft>
                        <a:buNone/>
                      </a:pPr>
                      <a:r>
                        <a:rPr lang="en-US" sz="1800" dirty="0">
                          <a:solidFill>
                            <a:srgbClr val="000000"/>
                          </a:solidFill>
                          <a:latin typeface="Arial" pitchFamily="34" charset="0"/>
                          <a:cs typeface="Arial" pitchFamily="34" charset="0"/>
                        </a:rPr>
                        <a:t>Leading Indicator</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fontAlgn="b">
                        <a:buNone/>
                      </a:pPr>
                      <a:r>
                        <a:rPr lang="en-US" sz="1800" b="0" i="0" u="none" strike="noStrike" dirty="0">
                          <a:solidFill>
                            <a:schemeClr val="bg2">
                              <a:lumMod val="50000"/>
                            </a:schemeClr>
                          </a:solidFill>
                          <a:effectLst/>
                          <a:latin typeface="Arial" panose="020B0604020202020204" pitchFamily="34" charset="0"/>
                          <a:cs typeface="Arial" panose="020B0604020202020204" pitchFamily="34" charset="0"/>
                        </a:rPr>
                        <a:t>ARIMA</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u="none" strike="noStrike" dirty="0">
                          <a:solidFill>
                            <a:schemeClr val="bg2">
                              <a:lumMod val="50000"/>
                            </a:schemeClr>
                          </a:solidFill>
                          <a:effectLst/>
                          <a:latin typeface="Arial" panose="020B0604020202020204" pitchFamily="34" charset="0"/>
                          <a:cs typeface="Arial" panose="020B0604020202020204" pitchFamily="34" charset="0"/>
                        </a:rPr>
                        <a:t>National WVAL</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  ]</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  ]</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  ]</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 Y / N ]</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23449">
                <a:tc>
                  <a:txBody>
                    <a:bodyPr/>
                    <a:lstStyle/>
                    <a:p>
                      <a:pPr algn="ctr">
                        <a:spcAft>
                          <a:spcPts val="0"/>
                        </a:spcAft>
                        <a:buNone/>
                      </a:pPr>
                      <a:r>
                        <a:rPr lang="en-US" sz="1800" dirty="0">
                          <a:solidFill>
                            <a:srgbClr val="000000"/>
                          </a:solidFill>
                          <a:latin typeface="Arial" pitchFamily="34" charset="0"/>
                          <a:cs typeface="Arial" pitchFamily="34" charset="0"/>
                        </a:rPr>
                        <a:t>Model Swap </a:t>
                      </a:r>
                    </a:p>
                  </a:txBody>
                  <a:tcPr marL="54864" marR="54864" marT="32004" marB="32004" anchor="ctr">
                    <a:lnL w="6350" cap="flat">
                      <a:solidFill>
                        <a:srgbClr val="C9C6D6"/>
                      </a:solidFill>
                    </a:lnL>
                    <a:lnR w="6350" cap="flat" cmpd="sng" algn="ctr">
                      <a:solidFill>
                        <a:srgbClr val="C9C6D6"/>
                      </a:solidFill>
                      <a:prstDash val="solid"/>
                      <a:round/>
                      <a:headEnd type="none" w="med" len="med"/>
                      <a:tailEnd type="none" w="med" len="med"/>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err="1">
                          <a:solidFill>
                            <a:schemeClr val="bg2">
                              <a:lumMod val="50000"/>
                            </a:schemeClr>
                          </a:solidFill>
                          <a:latin typeface="Arial" pitchFamily="34" charset="0"/>
                          <a:cs typeface="Arial" pitchFamily="34" charset="0"/>
                        </a:rPr>
                        <a:t>XGBoost</a:t>
                      </a:r>
                      <a:endParaRPr lang="en-US" sz="1800" dirty="0">
                        <a:solidFill>
                          <a:schemeClr val="bg2">
                            <a:lumMod val="50000"/>
                          </a:schemeClr>
                        </a:solidFill>
                        <a:latin typeface="Arial" pitchFamily="34" charset="0"/>
                        <a:cs typeface="Arial" pitchFamily="34" charset="0"/>
                      </a:endParaRPr>
                    </a:p>
                  </a:txBody>
                  <a:tcPr marL="54864" marR="54864" marT="32004" marB="32004" anchor="ctr">
                    <a:lnL w="6350" cap="flat" cmpd="sng" algn="ctr">
                      <a:solidFill>
                        <a:srgbClr val="C9C6D6"/>
                      </a:solidFill>
                      <a:prstDash val="solid"/>
                      <a:round/>
                      <a:headEnd type="none" w="med" len="med"/>
                      <a:tailEnd type="none" w="med" len="med"/>
                    </a:lnL>
                    <a:lnR w="6350" cap="flat" cmpd="sng" algn="ctr">
                      <a:solidFill>
                        <a:srgbClr val="C9C6D6"/>
                      </a:solidFill>
                      <a:prstDash val="solid"/>
                      <a:round/>
                      <a:headEnd type="none" w="med" len="med"/>
                      <a:tailEnd type="none" w="med" len="med"/>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b="0" dirty="0">
                          <a:solidFill>
                            <a:schemeClr val="bg2">
                              <a:lumMod val="50000"/>
                            </a:schemeClr>
                          </a:solidFill>
                          <a:latin typeface="Arial" pitchFamily="34" charset="0"/>
                          <a:cs typeface="Arial" pitchFamily="34" charset="0"/>
                        </a:rPr>
                        <a:t>N/A</a:t>
                      </a:r>
                    </a:p>
                  </a:txBody>
                  <a:tcPr marL="54864" marR="54864" marT="32004" marB="32004" anchor="ctr">
                    <a:lnL w="6350" cap="flat" cmpd="sng" algn="ctr">
                      <a:solidFill>
                        <a:srgbClr val="C9C6D6"/>
                      </a:solidFill>
                      <a:prstDash val="solid"/>
                      <a:round/>
                      <a:headEnd type="none" w="med" len="med"/>
                      <a:tailEnd type="none" w="med" len="med"/>
                    </a:lnL>
                    <a:lnR w="6350" cap="flat" cmpd="sng" algn="ctr">
                      <a:solidFill>
                        <a:srgbClr val="C9C6D6"/>
                      </a:solidFill>
                      <a:prstDash val="solid"/>
                      <a:round/>
                      <a:headEnd type="none" w="med" len="med"/>
                      <a:tailEnd type="none" w="med" len="med"/>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  ]</a:t>
                      </a:r>
                    </a:p>
                  </a:txBody>
                  <a:tcPr marL="54864" marR="54864" marT="32004" marB="32004" anchor="ctr">
                    <a:lnL w="6350" cap="flat" cmpd="sng" algn="ctr">
                      <a:solidFill>
                        <a:srgbClr val="C9C6D6"/>
                      </a:solidFill>
                      <a:prstDash val="solid"/>
                      <a:round/>
                      <a:headEnd type="none" w="med" len="med"/>
                      <a:tailEnd type="none" w="med" len="med"/>
                    </a:lnL>
                    <a:lnR w="6350" cap="flat" cmpd="sng" algn="ctr">
                      <a:solidFill>
                        <a:srgbClr val="C9C6D6"/>
                      </a:solidFill>
                      <a:prstDash val="solid"/>
                      <a:round/>
                      <a:headEnd type="none" w="med" len="med"/>
                      <a:tailEnd type="none" w="med" len="med"/>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  ]</a:t>
                      </a:r>
                    </a:p>
                  </a:txBody>
                  <a:tcPr marL="54864" marR="54864" marT="32004" marB="32004" anchor="ctr">
                    <a:lnL w="6350" cap="flat" cmpd="sng" algn="ctr">
                      <a:solidFill>
                        <a:srgbClr val="C9C6D6"/>
                      </a:solidFill>
                      <a:prstDash val="solid"/>
                      <a:round/>
                      <a:headEnd type="none" w="med" len="med"/>
                      <a:tailEnd type="none" w="med" len="med"/>
                    </a:lnL>
                    <a:lnR w="6350" cap="flat" cmpd="sng" algn="ctr">
                      <a:solidFill>
                        <a:srgbClr val="C9C6D6"/>
                      </a:solidFill>
                      <a:prstDash val="solid"/>
                      <a:round/>
                      <a:headEnd type="none" w="med" len="med"/>
                      <a:tailEnd type="none" w="med" len="med"/>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  ]</a:t>
                      </a:r>
                    </a:p>
                  </a:txBody>
                  <a:tcPr marL="54864" marR="54864" marT="32004" marB="32004" anchor="ctr">
                    <a:lnL w="6350" cap="flat" cmpd="sng" algn="ctr">
                      <a:solidFill>
                        <a:srgbClr val="C9C6D6"/>
                      </a:solidFill>
                      <a:prstDash val="solid"/>
                      <a:round/>
                      <a:headEnd type="none" w="med" len="med"/>
                      <a:tailEnd type="none" w="med" len="med"/>
                    </a:lnL>
                    <a:lnR w="6350" cap="flat" cmpd="sng" algn="ctr">
                      <a:solidFill>
                        <a:srgbClr val="C9C6D6"/>
                      </a:solidFill>
                      <a:prstDash val="solid"/>
                      <a:round/>
                      <a:headEnd type="none" w="med" len="med"/>
                      <a:tailEnd type="none" w="med" len="med"/>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 Y / N ]</a:t>
                      </a:r>
                    </a:p>
                  </a:txBody>
                  <a:tcPr marL="54864" marR="54864" marT="32004" marB="32004" anchor="ctr">
                    <a:lnL w="6350" cap="flat" cmpd="sng" algn="ctr">
                      <a:solidFill>
                        <a:srgbClr val="C9C6D6"/>
                      </a:solidFill>
                      <a:prstDash val="solid"/>
                      <a:round/>
                      <a:headEnd type="none" w="med" len="med"/>
                      <a:tailEnd type="none" w="med" len="med"/>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extLst>
                  <a:ext uri="{0D108BD9-81ED-4DB2-BD59-A6C34878D82A}">
                    <a16:rowId xmlns:a16="http://schemas.microsoft.com/office/drawing/2014/main" val="2969345242"/>
                  </a:ext>
                </a:extLst>
              </a:tr>
            </a:tbl>
          </a:graphicData>
        </a:graphic>
      </p:graphicFrame>
      <p:sp>
        <p:nvSpPr>
          <p:cNvPr id="2" name="TextBox 1">
            <a:extLst>
              <a:ext uri="{FF2B5EF4-FFF2-40B4-BE49-F238E27FC236}">
                <a16:creationId xmlns:a16="http://schemas.microsoft.com/office/drawing/2014/main" id="{F5EA4003-08F3-F9BE-DC38-B8F061787D0E}"/>
              </a:ext>
            </a:extLst>
          </p:cNvPr>
          <p:cNvSpPr txBox="1"/>
          <p:nvPr/>
        </p:nvSpPr>
        <p:spPr>
          <a:xfrm>
            <a:off x="1065276" y="1783926"/>
            <a:ext cx="10058400" cy="1107996"/>
          </a:xfrm>
          <a:prstGeom prst="rect">
            <a:avLst/>
          </a:prstGeom>
          <a:noFill/>
        </p:spPr>
        <p:txBody>
          <a:bodyPr wrap="square" rtlCol="0" anchor="ctr" anchorCtr="0">
            <a:spAutoFit/>
          </a:bodyPr>
          <a:lstStyle/>
          <a:p>
            <a:pPr algn="ctr"/>
            <a:r>
              <a:rPr lang="en-US" sz="2200" dirty="0">
                <a:latin typeface="Arial" panose="020B0604020202020204" pitchFamily="34" charset="0"/>
                <a:cs typeface="Arial" panose="020B0604020202020204" pitchFamily="34" charset="0"/>
              </a:rPr>
              <a:t>We measure each change against the current model using our Activity 4 evaluation script (</a:t>
            </a:r>
            <a:r>
              <a:rPr lang="en-US" sz="2200" b="1" dirty="0">
                <a:latin typeface="Arial" panose="020B0604020202020204" pitchFamily="34" charset="0"/>
                <a:cs typeface="Arial" panose="020B0604020202020204" pitchFamily="34" charset="0"/>
              </a:rPr>
              <a:t>Hint:</a:t>
            </a:r>
            <a:r>
              <a:rPr lang="en-US" sz="2200" dirty="0">
                <a:latin typeface="Arial" panose="020B0604020202020204" pitchFamily="34" charset="0"/>
                <a:cs typeface="Arial" panose="020B0604020202020204" pitchFamily="34" charset="0"/>
              </a:rPr>
              <a:t> we will include that in our rules to AI for this activity), then decide whether to keep it or revert.</a:t>
            </a:r>
          </a:p>
        </p:txBody>
      </p:sp>
      <p:sp>
        <p:nvSpPr>
          <p:cNvPr id="3" name="TextBox 2">
            <a:extLst>
              <a:ext uri="{FF2B5EF4-FFF2-40B4-BE49-F238E27FC236}">
                <a16:creationId xmlns:a16="http://schemas.microsoft.com/office/drawing/2014/main" id="{69FD2F98-1D4E-FA38-123C-FFBEF93D046D}"/>
              </a:ext>
            </a:extLst>
          </p:cNvPr>
          <p:cNvSpPr txBox="1"/>
          <p:nvPr/>
        </p:nvSpPr>
        <p:spPr>
          <a:xfrm>
            <a:off x="973836" y="5670945"/>
            <a:ext cx="10149840" cy="830997"/>
          </a:xfrm>
          <a:prstGeom prst="rect">
            <a:avLst/>
          </a:prstGeom>
          <a:noFill/>
        </p:spPr>
        <p:txBody>
          <a:bodyPr wrap="square" rtlCol="0">
            <a:spAutoFit/>
          </a:bodyPr>
          <a:lstStyle/>
          <a:p>
            <a:r>
              <a:rPr lang="en-US" sz="1600" b="1" i="1" dirty="0">
                <a:solidFill>
                  <a:schemeClr val="bg2">
                    <a:lumMod val="50000"/>
                  </a:schemeClr>
                </a:solidFill>
                <a:latin typeface="Arial" panose="020B0604020202020204" pitchFamily="34" charset="0"/>
                <a:cs typeface="Arial" panose="020B0604020202020204" pitchFamily="34" charset="0"/>
              </a:rPr>
              <a:t>Please Note: </a:t>
            </a:r>
            <a:r>
              <a:rPr lang="en-US" sz="1600" i="1" dirty="0">
                <a:solidFill>
                  <a:schemeClr val="bg2">
                    <a:lumMod val="50000"/>
                  </a:schemeClr>
                </a:solidFill>
                <a:latin typeface="Arial" panose="020B0604020202020204" pitchFamily="34" charset="0"/>
                <a:cs typeface="Arial" panose="020B0604020202020204" pitchFamily="34" charset="0"/>
              </a:rPr>
              <a:t>The metrics shown in the table correspond to the mean metrics at the 3-week horizon. We have selected the </a:t>
            </a:r>
            <a:r>
              <a:rPr lang="en-US" sz="1600" i="1" dirty="0" err="1">
                <a:solidFill>
                  <a:schemeClr val="bg2">
                    <a:lumMod val="50000"/>
                  </a:schemeClr>
                </a:solidFill>
                <a:latin typeface="Arial" panose="020B0604020202020204" pitchFamily="34" charset="0"/>
                <a:cs typeface="Arial" panose="020B0604020202020204" pitchFamily="34" charset="0"/>
              </a:rPr>
              <a:t>XGBoost</a:t>
            </a:r>
            <a:r>
              <a:rPr lang="en-US" sz="1600" i="1" dirty="0">
                <a:solidFill>
                  <a:schemeClr val="bg2">
                    <a:lumMod val="50000"/>
                  </a:schemeClr>
                </a:solidFill>
                <a:latin typeface="Arial" panose="020B0604020202020204" pitchFamily="34" charset="0"/>
                <a:cs typeface="Arial" panose="020B0604020202020204" pitchFamily="34" charset="0"/>
              </a:rPr>
              <a:t> model for this example; feel free to select another option. You will also have time at the end to explore more. </a:t>
            </a:r>
          </a:p>
        </p:txBody>
      </p:sp>
    </p:spTree>
    <p:extLst>
      <p:ext uri="{BB962C8B-B14F-4D97-AF65-F5344CB8AC3E}">
        <p14:creationId xmlns:p14="http://schemas.microsoft.com/office/powerpoint/2010/main" val="2907052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73D1F-F0E5-8610-2961-BDD4198CE0E9}"/>
            </a:ext>
          </a:extLst>
        </p:cNvPr>
        <p:cNvGrpSpPr/>
        <p:nvPr/>
      </p:nvGrpSpPr>
      <p:grpSpPr>
        <a:xfrm>
          <a:off x="0" y="0"/>
          <a:ext cx="0" cy="0"/>
          <a:chOff x="0" y="0"/>
          <a:chExt cx="0" cy="0"/>
        </a:xfrm>
      </p:grpSpPr>
      <p:pic>
        <p:nvPicPr>
          <p:cNvPr id="11" name="YourTurnStamp">
            <a:extLst>
              <a:ext uri="{FF2B5EF4-FFF2-40B4-BE49-F238E27FC236}">
                <a16:creationId xmlns:a16="http://schemas.microsoft.com/office/drawing/2014/main" id="{2D159508-0A18-5D1D-23D2-8BD88976A59F}"/>
              </a:ext>
            </a:extLst>
          </p:cNvPr>
          <p:cNvPicPr>
            <a:picLocks noChangeAspect="1"/>
          </p:cNvPicPr>
          <p:nvPr/>
        </p:nvPicPr>
        <p:blipFill>
          <a:blip r:embed="rId3"/>
          <a:stretch>
            <a:fillRect/>
          </a:stretch>
        </p:blipFill>
        <p:spPr>
          <a:xfrm>
            <a:off x="2331720" y="145367"/>
            <a:ext cx="1051560" cy="1051560"/>
          </a:xfrm>
          <a:prstGeom prst="rect">
            <a:avLst/>
          </a:prstGeom>
        </p:spPr>
      </p:pic>
      <p:sp>
        <p:nvSpPr>
          <p:cNvPr id="12" name="Title">
            <a:extLst>
              <a:ext uri="{FF2B5EF4-FFF2-40B4-BE49-F238E27FC236}">
                <a16:creationId xmlns:a16="http://schemas.microsoft.com/office/drawing/2014/main" id="{493710A9-DD82-3689-4561-C35163BB1F2B}"/>
              </a:ext>
            </a:extLst>
          </p:cNvPr>
          <p:cNvSpPr>
            <a:spLocks noGrp="1"/>
          </p:cNvSpPr>
          <p:nvPr>
            <p:ph type="title"/>
          </p:nvPr>
        </p:nvSpPr>
        <p:spPr>
          <a:xfrm>
            <a:off x="838200" y="26812"/>
            <a:ext cx="10515600" cy="1325563"/>
          </a:xfrm>
        </p:spPr>
        <p:txBody>
          <a:bodyPr>
            <a:normAutofit/>
          </a:bodyPr>
          <a:lstStyle/>
          <a:p>
            <a:pPr algn="ctr"/>
            <a:r>
              <a:rPr lang="en-US" b="1" dirty="0">
                <a:solidFill>
                  <a:srgbClr val="7030A0"/>
                </a:solidFill>
                <a:latin typeface="Arial" panose="020B0604020202020204" pitchFamily="34" charset="0"/>
                <a:cs typeface="Arial" panose="020B0604020202020204" pitchFamily="34" charset="0"/>
              </a:rPr>
              <a:t>Now it's your turn!</a:t>
            </a:r>
          </a:p>
        </p:txBody>
      </p:sp>
      <p:sp>
        <p:nvSpPr>
          <p:cNvPr id="13" name="Card">
            <a:extLst>
              <a:ext uri="{FF2B5EF4-FFF2-40B4-BE49-F238E27FC236}">
                <a16:creationId xmlns:a16="http://schemas.microsoft.com/office/drawing/2014/main" id="{80F4C412-92C7-0B14-91AC-0213D173A378}"/>
              </a:ext>
            </a:extLst>
          </p:cNvPr>
          <p:cNvSpPr/>
          <p:nvPr/>
        </p:nvSpPr>
        <p:spPr>
          <a:xfrm>
            <a:off x="566928" y="1368670"/>
            <a:ext cx="11055096" cy="868680"/>
          </a:xfrm>
          <a:prstGeom prst="roundRect">
            <a:avLst>
              <a:gd name="adj" fmla="val 12000"/>
            </a:avLst>
          </a:prstGeom>
          <a:solidFill>
            <a:srgbClr val="ECECEC"/>
          </a:solidFill>
          <a:ln>
            <a:noFill/>
          </a:ln>
        </p:spPr>
        <p:txBody>
          <a:bodyPr wrap="square" lIns="137160" tIns="91440" rIns="137160" bIns="91440" anchor="ctr">
            <a:noAutofit/>
          </a:bodyPr>
          <a:lstStyle/>
          <a:p>
            <a:pPr algn="ctr">
              <a:spcAft>
                <a:spcPts val="0"/>
              </a:spcAft>
              <a:buNone/>
            </a:pPr>
            <a:r>
              <a:rPr lang="en-US" sz="2200" dirty="0">
                <a:solidFill>
                  <a:srgbClr val="000000"/>
                </a:solidFill>
                <a:latin typeface="Arial" pitchFamily="34" charset="0"/>
                <a:cs typeface="Arial" pitchFamily="34" charset="0"/>
              </a:rPr>
              <a:t>We will work changing the model </a:t>
            </a:r>
            <a:r>
              <a:rPr lang="en-US" sz="2200" b="1" u="sng" dirty="0">
                <a:solidFill>
                  <a:srgbClr val="000000"/>
                </a:solidFill>
                <a:latin typeface="Arial" pitchFamily="34" charset="0"/>
                <a:cs typeface="Arial" pitchFamily="34" charset="0"/>
              </a:rPr>
              <a:t>together</a:t>
            </a:r>
            <a:r>
              <a:rPr lang="en-US" sz="2200" dirty="0">
                <a:solidFill>
                  <a:srgbClr val="000000"/>
                </a:solidFill>
                <a:latin typeface="Arial" pitchFamily="34" charset="0"/>
                <a:cs typeface="Arial" pitchFamily="34" charset="0"/>
              </a:rPr>
              <a:t>, and there will be time for you to explore a bit more later in the module. </a:t>
            </a:r>
          </a:p>
        </p:txBody>
      </p:sp>
      <p:sp>
        <p:nvSpPr>
          <p:cNvPr id="4" name="Shape 2">
            <a:extLst>
              <a:ext uri="{FF2B5EF4-FFF2-40B4-BE49-F238E27FC236}">
                <a16:creationId xmlns:a16="http://schemas.microsoft.com/office/drawing/2014/main" id="{D75E15F9-CCB5-C638-EE9D-50D8895F9136}"/>
              </a:ext>
            </a:extLst>
          </p:cNvPr>
          <p:cNvSpPr/>
          <p:nvPr/>
        </p:nvSpPr>
        <p:spPr>
          <a:xfrm>
            <a:off x="649224" y="2554753"/>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EC985670-2C74-2654-8ABC-27A02953993B}"/>
              </a:ext>
            </a:extLst>
          </p:cNvPr>
          <p:cNvSpPr/>
          <p:nvPr/>
        </p:nvSpPr>
        <p:spPr>
          <a:xfrm>
            <a:off x="649224" y="2538467"/>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867" b="1" noProof="0" dirty="0">
                <a:solidFill>
                  <a:schemeClr val="bg1"/>
                </a:solidFill>
                <a:latin typeface="Trebuchet MS" pitchFamily="34" charset="0"/>
              </a:rPr>
              <a:t>1</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7" name="TextBox">
            <a:extLst>
              <a:ext uri="{FF2B5EF4-FFF2-40B4-BE49-F238E27FC236}">
                <a16:creationId xmlns:a16="http://schemas.microsoft.com/office/drawing/2014/main" id="{56290438-ECC5-58A1-35EB-DDD618313F07}"/>
              </a:ext>
            </a:extLst>
          </p:cNvPr>
          <p:cNvSpPr txBox="1"/>
          <p:nvPr/>
        </p:nvSpPr>
        <p:spPr>
          <a:xfrm>
            <a:off x="1539709" y="3700654"/>
            <a:ext cx="10232136" cy="1488303"/>
          </a:xfrm>
          <a:prstGeom prst="rect">
            <a:avLst/>
          </a:prstGeom>
          <a:noFill/>
        </p:spPr>
        <p:txBody>
          <a:bodyPr wrap="square" lIns="0" tIns="0" rIns="0" bIns="0" anchor="ctr">
            <a:noAutofit/>
          </a:bodyPr>
          <a:lstStyle/>
          <a:p>
            <a:pPr algn="l">
              <a:spcAft>
                <a:spcPts val="0"/>
              </a:spcAft>
              <a:buNone/>
            </a:pPr>
            <a:r>
              <a:rPr lang="en-US" sz="2200" dirty="0">
                <a:solidFill>
                  <a:srgbClr val="000000"/>
                </a:solidFill>
                <a:latin typeface="Arial" pitchFamily="34" charset="0"/>
                <a:cs typeface="Arial" pitchFamily="34" charset="0"/>
              </a:rPr>
              <a:t>We will then prompt Copilot (or AI of your choosing) to incorporate this in the pipeline (i.e., rules, agent, script), while </a:t>
            </a:r>
            <a:r>
              <a:rPr lang="en-US" sz="2200" b="1" dirty="0">
                <a:solidFill>
                  <a:schemeClr val="accent2"/>
                </a:solidFill>
                <a:latin typeface="Arial" pitchFamily="34" charset="0"/>
                <a:cs typeface="Arial" pitchFamily="34" charset="0"/>
              </a:rPr>
              <a:t>maintaining what we had done before</a:t>
            </a:r>
            <a:r>
              <a:rPr lang="en-US" sz="2200" dirty="0">
                <a:solidFill>
                  <a:srgbClr val="000000"/>
                </a:solidFill>
                <a:latin typeface="Arial" pitchFamily="34" charset="0"/>
                <a:cs typeface="Arial" pitchFamily="34" charset="0"/>
              </a:rPr>
              <a:t>. Rules should include </a:t>
            </a:r>
            <a:r>
              <a:rPr lang="en-US" sz="2200" b="1" dirty="0">
                <a:solidFill>
                  <a:schemeClr val="accent2"/>
                </a:solidFill>
                <a:latin typeface="Arial" pitchFamily="34" charset="0"/>
                <a:cs typeface="Arial" pitchFamily="34" charset="0"/>
              </a:rPr>
              <a:t>preparing the forecast</a:t>
            </a:r>
            <a:r>
              <a:rPr lang="en-US" sz="2200" dirty="0">
                <a:solidFill>
                  <a:srgbClr val="000000"/>
                </a:solidFill>
                <a:latin typeface="Arial" pitchFamily="34" charset="0"/>
                <a:cs typeface="Arial" pitchFamily="34" charset="0"/>
              </a:rPr>
              <a:t> in the </a:t>
            </a:r>
            <a:r>
              <a:rPr lang="en-US" sz="2200" dirty="0" err="1">
                <a:solidFill>
                  <a:srgbClr val="000000"/>
                </a:solidFill>
                <a:latin typeface="Arial" pitchFamily="34" charset="0"/>
                <a:cs typeface="Arial" pitchFamily="34" charset="0"/>
              </a:rPr>
              <a:t>FluSight</a:t>
            </a:r>
            <a:r>
              <a:rPr lang="en-US" sz="2200" dirty="0">
                <a:solidFill>
                  <a:srgbClr val="000000"/>
                </a:solidFill>
                <a:latin typeface="Arial" pitchFamily="34" charset="0"/>
                <a:cs typeface="Arial" pitchFamily="34" charset="0"/>
              </a:rPr>
              <a:t> format (</a:t>
            </a:r>
            <a:r>
              <a:rPr lang="en-US" sz="2200" b="1" dirty="0">
                <a:solidFill>
                  <a:srgbClr val="000000"/>
                </a:solidFill>
                <a:latin typeface="Arial" pitchFamily="34" charset="0"/>
                <a:cs typeface="Arial" pitchFamily="34" charset="0"/>
              </a:rPr>
              <a:t>Hint:</a:t>
            </a:r>
            <a:r>
              <a:rPr lang="en-US" sz="2200" dirty="0">
                <a:solidFill>
                  <a:srgbClr val="000000"/>
                </a:solidFill>
                <a:latin typeface="Arial" pitchFamily="34" charset="0"/>
                <a:cs typeface="Arial" pitchFamily="34" charset="0"/>
              </a:rPr>
              <a:t> Activity 3) and producing evaluation results (</a:t>
            </a:r>
            <a:r>
              <a:rPr lang="en-US" sz="2200" b="1" dirty="0">
                <a:solidFill>
                  <a:srgbClr val="000000"/>
                </a:solidFill>
                <a:latin typeface="Arial" pitchFamily="34" charset="0"/>
                <a:cs typeface="Arial" pitchFamily="34" charset="0"/>
              </a:rPr>
              <a:t>Hint:</a:t>
            </a:r>
            <a:r>
              <a:rPr lang="en-US" sz="2200" dirty="0">
                <a:solidFill>
                  <a:srgbClr val="000000"/>
                </a:solidFill>
                <a:latin typeface="Arial" pitchFamily="34" charset="0"/>
                <a:cs typeface="Arial" pitchFamily="34" charset="0"/>
              </a:rPr>
              <a:t> Activity 4). Dependent on the prompt of the AI model used, we may get different results. Therefore, its important we check our results to make sure the AI suggestion is methodically valid. </a:t>
            </a:r>
          </a:p>
        </p:txBody>
      </p:sp>
      <p:sp>
        <p:nvSpPr>
          <p:cNvPr id="9" name="TextBox">
            <a:extLst>
              <a:ext uri="{FF2B5EF4-FFF2-40B4-BE49-F238E27FC236}">
                <a16:creationId xmlns:a16="http://schemas.microsoft.com/office/drawing/2014/main" id="{E63F64D8-1625-5249-24DA-68D85490517A}"/>
              </a:ext>
            </a:extLst>
          </p:cNvPr>
          <p:cNvSpPr txBox="1"/>
          <p:nvPr/>
        </p:nvSpPr>
        <p:spPr>
          <a:xfrm>
            <a:off x="1539709" y="5770929"/>
            <a:ext cx="10232136" cy="512064"/>
          </a:xfrm>
          <a:prstGeom prst="rect">
            <a:avLst/>
          </a:prstGeom>
          <a:noFill/>
        </p:spPr>
        <p:txBody>
          <a:bodyPr wrap="square" lIns="0" tIns="0" rIns="0" bIns="0" anchor="ctr">
            <a:noAutofit/>
          </a:bodyPr>
          <a:lstStyle/>
          <a:p>
            <a:pPr algn="l">
              <a:spcAft>
                <a:spcPts val="0"/>
              </a:spcAft>
              <a:buNone/>
            </a:pPr>
            <a:r>
              <a:rPr lang="en-US" sz="2200" dirty="0">
                <a:solidFill>
                  <a:srgbClr val="000000"/>
                </a:solidFill>
                <a:latin typeface="Arial" pitchFamily="34" charset="0"/>
                <a:cs typeface="Arial" pitchFamily="34" charset="0"/>
              </a:rPr>
              <a:t>After updating the </a:t>
            </a:r>
            <a:r>
              <a:rPr lang="en-US" sz="2200" b="1" dirty="0">
                <a:solidFill>
                  <a:schemeClr val="accent2"/>
                </a:solidFill>
                <a:latin typeface="Arial" pitchFamily="34" charset="0"/>
                <a:cs typeface="Arial" pitchFamily="34" charset="0"/>
              </a:rPr>
              <a:t>rules.md</a:t>
            </a:r>
            <a:r>
              <a:rPr lang="en-US" sz="2200" dirty="0">
                <a:solidFill>
                  <a:srgbClr val="000000"/>
                </a:solidFill>
                <a:latin typeface="Arial" pitchFamily="34" charset="0"/>
                <a:cs typeface="Arial" pitchFamily="34" charset="0"/>
              </a:rPr>
              <a:t>, </a:t>
            </a:r>
            <a:r>
              <a:rPr lang="en-US" sz="2200" b="1" dirty="0">
                <a:solidFill>
                  <a:schemeClr val="accent2"/>
                </a:solidFill>
                <a:latin typeface="Arial" pitchFamily="34" charset="0"/>
                <a:cs typeface="Arial" pitchFamily="34" charset="0"/>
              </a:rPr>
              <a:t>agents.md</a:t>
            </a:r>
            <a:r>
              <a:rPr lang="en-US" sz="2200" dirty="0">
                <a:solidFill>
                  <a:srgbClr val="000000"/>
                </a:solidFill>
                <a:latin typeface="Arial" pitchFamily="34" charset="0"/>
                <a:cs typeface="Arial" pitchFamily="34" charset="0"/>
              </a:rPr>
              <a:t>, and creating the </a:t>
            </a:r>
            <a:r>
              <a:rPr lang="en-US" sz="2200" b="1" dirty="0">
                <a:solidFill>
                  <a:schemeClr val="accent2"/>
                </a:solidFill>
                <a:latin typeface="Arial" pitchFamily="34" charset="0"/>
                <a:cs typeface="Arial" pitchFamily="34" charset="0"/>
              </a:rPr>
              <a:t>script</a:t>
            </a:r>
            <a:r>
              <a:rPr lang="en-US" sz="2200" dirty="0">
                <a:solidFill>
                  <a:srgbClr val="000000"/>
                </a:solidFill>
                <a:latin typeface="Arial" pitchFamily="34" charset="0"/>
                <a:cs typeface="Arial" pitchFamily="34" charset="0"/>
              </a:rPr>
              <a:t>, run it and check the results.  </a:t>
            </a:r>
          </a:p>
        </p:txBody>
      </p:sp>
      <p:sp>
        <p:nvSpPr>
          <p:cNvPr id="23" name="TextBox">
            <a:extLst>
              <a:ext uri="{FF2B5EF4-FFF2-40B4-BE49-F238E27FC236}">
                <a16:creationId xmlns:a16="http://schemas.microsoft.com/office/drawing/2014/main" id="{B9738091-FB10-146D-FEE4-15D848DB3CDE}"/>
              </a:ext>
            </a:extLst>
          </p:cNvPr>
          <p:cNvSpPr txBox="1"/>
          <p:nvPr/>
        </p:nvSpPr>
        <p:spPr>
          <a:xfrm>
            <a:off x="1539709" y="2509033"/>
            <a:ext cx="10232136" cy="731520"/>
          </a:xfrm>
          <a:prstGeom prst="rect">
            <a:avLst/>
          </a:prstGeom>
          <a:noFill/>
        </p:spPr>
        <p:txBody>
          <a:bodyPr wrap="square" lIns="0" tIns="0" rIns="0" bIns="0" anchor="ctr">
            <a:normAutofit/>
          </a:bodyPr>
          <a:lstStyle/>
          <a:p>
            <a:pPr algn="l">
              <a:spcAft>
                <a:spcPts val="0"/>
              </a:spcAft>
              <a:buNone/>
            </a:pPr>
            <a:r>
              <a:rPr lang="en-US" sz="2200" dirty="0">
                <a:solidFill>
                  <a:srgbClr val="000000"/>
                </a:solidFill>
                <a:latin typeface="Arial" pitchFamily="34" charset="0"/>
                <a:cs typeface="Arial" pitchFamily="34" charset="0"/>
              </a:rPr>
              <a:t>Add the </a:t>
            </a:r>
            <a:r>
              <a:rPr lang="en-US" sz="2200" dirty="0">
                <a:solidFill>
                  <a:srgbClr val="000000"/>
                </a:solidFill>
                <a:latin typeface="Courier New" panose="02070309020205020404" pitchFamily="49" charset="0"/>
                <a:cs typeface="Courier New" panose="02070309020205020404" pitchFamily="49" charset="0"/>
              </a:rPr>
              <a:t># Model Improvements </a:t>
            </a:r>
            <a:r>
              <a:rPr lang="en-US" sz="2200" dirty="0">
                <a:solidFill>
                  <a:srgbClr val="000000"/>
                </a:solidFill>
                <a:latin typeface="Arial" pitchFamily="34" charset="0"/>
                <a:cs typeface="Arial" pitchFamily="34" charset="0"/>
              </a:rPr>
              <a:t>header, and subsequent </a:t>
            </a:r>
            <a:r>
              <a:rPr lang="en-US" sz="2200" dirty="0">
                <a:solidFill>
                  <a:srgbClr val="000000"/>
                </a:solidFill>
                <a:latin typeface="Courier New" panose="02070309020205020404" pitchFamily="49" charset="0"/>
                <a:cs typeface="Courier New" panose="02070309020205020404" pitchFamily="49" charset="0"/>
              </a:rPr>
              <a:t>## Model Change </a:t>
            </a:r>
            <a:r>
              <a:rPr lang="en-US" sz="2200" dirty="0">
                <a:solidFill>
                  <a:srgbClr val="000000"/>
                </a:solidFill>
                <a:latin typeface="Arial" pitchFamily="34" charset="0"/>
                <a:cs typeface="Arial" pitchFamily="34" charset="0"/>
              </a:rPr>
              <a:t>sub header (either prompting AI to add or manually doing it). </a:t>
            </a:r>
          </a:p>
        </p:txBody>
      </p:sp>
      <p:sp>
        <p:nvSpPr>
          <p:cNvPr id="26" name="Shape 2">
            <a:extLst>
              <a:ext uri="{FF2B5EF4-FFF2-40B4-BE49-F238E27FC236}">
                <a16:creationId xmlns:a16="http://schemas.microsoft.com/office/drawing/2014/main" id="{E9B81832-8C54-59A9-51A9-2FBB960B5142}"/>
              </a:ext>
            </a:extLst>
          </p:cNvPr>
          <p:cNvSpPr/>
          <p:nvPr/>
        </p:nvSpPr>
        <p:spPr>
          <a:xfrm>
            <a:off x="626481" y="4019259"/>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27" name="Text 3">
            <a:extLst>
              <a:ext uri="{FF2B5EF4-FFF2-40B4-BE49-F238E27FC236}">
                <a16:creationId xmlns:a16="http://schemas.microsoft.com/office/drawing/2014/main" id="{EA39F55C-B19A-483F-8A7E-7CB983F48F8F}"/>
              </a:ext>
            </a:extLst>
          </p:cNvPr>
          <p:cNvSpPr/>
          <p:nvPr/>
        </p:nvSpPr>
        <p:spPr>
          <a:xfrm>
            <a:off x="626481" y="4002973"/>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867" b="1" noProof="0" dirty="0">
                <a:solidFill>
                  <a:schemeClr val="bg1"/>
                </a:solidFill>
                <a:latin typeface="Trebuchet MS" pitchFamily="34" charset="0"/>
              </a:rPr>
              <a:t>2</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28" name="Shape 2">
            <a:extLst>
              <a:ext uri="{FF2B5EF4-FFF2-40B4-BE49-F238E27FC236}">
                <a16:creationId xmlns:a16="http://schemas.microsoft.com/office/drawing/2014/main" id="{B0E26C9D-37A8-A9CC-1B86-838A3AFE5F6B}"/>
              </a:ext>
            </a:extLst>
          </p:cNvPr>
          <p:cNvSpPr/>
          <p:nvPr/>
        </p:nvSpPr>
        <p:spPr>
          <a:xfrm>
            <a:off x="626481" y="5660839"/>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29" name="Text 3">
            <a:extLst>
              <a:ext uri="{FF2B5EF4-FFF2-40B4-BE49-F238E27FC236}">
                <a16:creationId xmlns:a16="http://schemas.microsoft.com/office/drawing/2014/main" id="{F53187F3-B90B-3A0C-AFE4-CA8B3526707D}"/>
              </a:ext>
            </a:extLst>
          </p:cNvPr>
          <p:cNvSpPr/>
          <p:nvPr/>
        </p:nvSpPr>
        <p:spPr>
          <a:xfrm>
            <a:off x="626481" y="5644553"/>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867" b="1" noProof="0" dirty="0">
                <a:solidFill>
                  <a:schemeClr val="bg1"/>
                </a:solidFill>
                <a:latin typeface="Trebuchet MS" pitchFamily="34" charset="0"/>
              </a:rPr>
              <a:t>3</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6245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p:bldP spid="9" grpId="0"/>
      <p:bldP spid="23" grpId="0"/>
      <p:bldP spid="26" grpId="0" animBg="1"/>
      <p:bldP spid="27" grpId="0" animBg="1"/>
      <p:bldP spid="28" grpId="0" animBg="1"/>
      <p:bldP spid="2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63865-BDAA-BED3-F3A9-EDDB8D6EB4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7AF9A8-5D48-FB09-0946-FE1B13B7C0F8}"/>
              </a:ext>
            </a:extLst>
          </p:cNvPr>
          <p:cNvSpPr>
            <a:spLocks noGrp="1"/>
          </p:cNvSpPr>
          <p:nvPr>
            <p:ph type="ctrTitle"/>
          </p:nvPr>
        </p:nvSpPr>
        <p:spPr/>
        <p:txBody>
          <a:bodyPr/>
          <a:lstStyle/>
          <a:p>
            <a:r>
              <a:rPr lang="en-US" b="1" dirty="0">
                <a:solidFill>
                  <a:srgbClr val="7030A0"/>
                </a:solidFill>
                <a:latin typeface="Arial" panose="020B0604020202020204" pitchFamily="34" charset="0"/>
                <a:cs typeface="Arial" panose="020B0604020202020204" pitchFamily="34" charset="0"/>
              </a:rPr>
              <a:t>Task Three</a:t>
            </a:r>
          </a:p>
        </p:txBody>
      </p:sp>
      <p:sp>
        <p:nvSpPr>
          <p:cNvPr id="3" name="Subtitle 2">
            <a:extLst>
              <a:ext uri="{FF2B5EF4-FFF2-40B4-BE49-F238E27FC236}">
                <a16:creationId xmlns:a16="http://schemas.microsoft.com/office/drawing/2014/main" id="{EA17E982-7F94-7FB1-4C36-46D8B637C565}"/>
              </a:ext>
            </a:extLst>
          </p:cNvPr>
          <p:cNvSpPr>
            <a:spLocks noGrp="1"/>
          </p:cNvSpPr>
          <p:nvPr>
            <p:ph type="subTitle" idx="1"/>
          </p:nvPr>
        </p:nvSpPr>
        <p:spPr/>
        <p:txBody>
          <a:bodyPr>
            <a:normAutofit/>
          </a:bodyPr>
          <a:lstStyle/>
          <a:p>
            <a:r>
              <a:rPr lang="en-US" sz="3500" b="1" dirty="0" err="1">
                <a:solidFill>
                  <a:schemeClr val="accent2"/>
                </a:solidFill>
                <a:latin typeface="Arial" panose="020B0604020202020204" pitchFamily="34" charset="0"/>
                <a:cs typeface="Arial" panose="020B0604020202020204" pitchFamily="34" charset="0"/>
              </a:rPr>
              <a:t>FluSight</a:t>
            </a:r>
            <a:r>
              <a:rPr lang="en-US" sz="3500" b="1" dirty="0">
                <a:solidFill>
                  <a:schemeClr val="accent2"/>
                </a:solidFill>
                <a:latin typeface="Arial" panose="020B0604020202020204" pitchFamily="34" charset="0"/>
                <a:cs typeface="Arial" panose="020B0604020202020204" pitchFamily="34" charset="0"/>
              </a:rPr>
              <a:t> Format</a:t>
            </a:r>
          </a:p>
        </p:txBody>
      </p:sp>
    </p:spTree>
    <p:extLst>
      <p:ext uri="{BB962C8B-B14F-4D97-AF65-F5344CB8AC3E}">
        <p14:creationId xmlns:p14="http://schemas.microsoft.com/office/powerpoint/2010/main" val="37437089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28275-E1B5-177E-D800-92CA3BC605E6}"/>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A2AE1A97-CD97-3B4B-73FC-BEF792165D3F}"/>
              </a:ext>
            </a:extLst>
          </p:cNvPr>
          <p:cNvGraphicFramePr>
            <a:graphicFrameLocks noGrp="1"/>
          </p:cNvGraphicFramePr>
          <p:nvPr/>
        </p:nvGraphicFramePr>
        <p:xfrm>
          <a:off x="304800" y="91440"/>
          <a:ext cx="11582400" cy="6675120"/>
        </p:xfrm>
        <a:graphic>
          <a:graphicData uri="http://schemas.openxmlformats.org/drawingml/2006/table">
            <a:tbl>
              <a:tblPr firstRow="1" bandRow="1">
                <a:tableStyleId>{5940675A-B579-460E-94D1-54222C63F5DA}</a:tableStyleId>
              </a:tblPr>
              <a:tblGrid>
                <a:gridCol w="2201262">
                  <a:extLst>
                    <a:ext uri="{9D8B030D-6E8A-4147-A177-3AD203B41FA5}">
                      <a16:colId xmlns:a16="http://schemas.microsoft.com/office/drawing/2014/main" val="833287054"/>
                    </a:ext>
                  </a:extLst>
                </a:gridCol>
                <a:gridCol w="3774892">
                  <a:extLst>
                    <a:ext uri="{9D8B030D-6E8A-4147-A177-3AD203B41FA5}">
                      <a16:colId xmlns:a16="http://schemas.microsoft.com/office/drawing/2014/main" val="2692972846"/>
                    </a:ext>
                  </a:extLst>
                </a:gridCol>
                <a:gridCol w="1910187">
                  <a:extLst>
                    <a:ext uri="{9D8B030D-6E8A-4147-A177-3AD203B41FA5}">
                      <a16:colId xmlns:a16="http://schemas.microsoft.com/office/drawing/2014/main" val="741367170"/>
                    </a:ext>
                  </a:extLst>
                </a:gridCol>
                <a:gridCol w="3696059">
                  <a:extLst>
                    <a:ext uri="{9D8B030D-6E8A-4147-A177-3AD203B41FA5}">
                      <a16:colId xmlns:a16="http://schemas.microsoft.com/office/drawing/2014/main" val="132666660"/>
                    </a:ext>
                  </a:extLst>
                </a:gridCol>
              </a:tblGrid>
              <a:tr h="327036">
                <a:tc>
                  <a:txBody>
                    <a:bodyPr/>
                    <a:lstStyle/>
                    <a:p>
                      <a:pPr algn="ctr"/>
                      <a:r>
                        <a:rPr lang="en-US" sz="1600" b="1" dirty="0">
                          <a:latin typeface="Arial" panose="020B0604020202020204" pitchFamily="34" charset="0"/>
                          <a:cs typeface="Arial" panose="020B0604020202020204" pitchFamily="34" charset="0"/>
                        </a:rPr>
                        <a:t>Column</a:t>
                      </a:r>
                    </a:p>
                  </a:txBody>
                  <a:tcP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Description</a:t>
                      </a:r>
                    </a:p>
                  </a:txBody>
                  <a:tcP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Entry Type</a:t>
                      </a:r>
                    </a:p>
                  </a:txBody>
                  <a:tcP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Acceptable Values</a:t>
                      </a:r>
                    </a:p>
                  </a:txBody>
                  <a:tcP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extLst>
                  <a:ext uri="{0D108BD9-81ED-4DB2-BD59-A6C34878D82A}">
                    <a16:rowId xmlns:a16="http://schemas.microsoft.com/office/drawing/2014/main" val="2489783184"/>
                  </a:ext>
                </a:extLst>
              </a:tr>
              <a:tr h="1040570">
                <a:tc>
                  <a:txBody>
                    <a:bodyPr/>
                    <a:lstStyle/>
                    <a:p>
                      <a:pPr algn="l"/>
                      <a:r>
                        <a:rPr lang="en-US" sz="1600" dirty="0" err="1">
                          <a:latin typeface="Courier New" panose="02070309020205020404" pitchFamily="49" charset="0"/>
                          <a:cs typeface="Courier New" panose="02070309020205020404" pitchFamily="49" charset="0"/>
                        </a:rPr>
                        <a:t>reference_date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last day of the week the forecast(s) are submitted to the challenge. It is the Saturday following the forecast due date.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ISO Format Date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YYYY-MM-DD</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042036332"/>
                  </a:ext>
                </a:extLst>
              </a:tr>
              <a:tr h="327036">
                <a:tc>
                  <a:txBody>
                    <a:bodyPr/>
                    <a:lstStyle/>
                    <a:p>
                      <a:pPr algn="l"/>
                      <a:r>
                        <a:rPr lang="en-US" sz="1600" dirty="0">
                          <a:latin typeface="Courier New" panose="02070309020205020404" pitchFamily="49" charset="0"/>
                          <a:cs typeface="Courier New" panose="02070309020205020404" pitchFamily="49" charset="0"/>
                        </a:rPr>
                        <a:t>target</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target of the forecast.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err="1">
                          <a:latin typeface="Courier New" panose="02070309020205020404" pitchFamily="49" charset="0"/>
                          <a:cs typeface="Courier New" panose="02070309020205020404" pitchFamily="49" charset="0"/>
                        </a:rPr>
                        <a:t>wk</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inc</a:t>
                      </a:r>
                      <a:r>
                        <a:rPr lang="en-US" sz="1600" dirty="0">
                          <a:latin typeface="Courier New" panose="02070309020205020404" pitchFamily="49" charset="0"/>
                          <a:cs typeface="Courier New" panose="02070309020205020404" pitchFamily="49" charset="0"/>
                        </a:rPr>
                        <a:t> flu </a:t>
                      </a:r>
                      <a:r>
                        <a:rPr lang="en-US" sz="1600" dirty="0" err="1">
                          <a:latin typeface="Courier New" panose="02070309020205020404" pitchFamily="49" charset="0"/>
                          <a:cs typeface="Courier New" panose="02070309020205020404" pitchFamily="49" charset="0"/>
                        </a:rPr>
                        <a:t>hosp</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147885958"/>
                  </a:ext>
                </a:extLst>
              </a:tr>
              <a:tr h="802726">
                <a:tc>
                  <a:txBody>
                    <a:bodyPr/>
                    <a:lstStyle/>
                    <a:p>
                      <a:pPr algn="l"/>
                      <a:r>
                        <a:rPr lang="en-US" sz="1600" dirty="0">
                          <a:latin typeface="Courier New" panose="02070309020205020404" pitchFamily="49" charset="0"/>
                          <a:cs typeface="Courier New" panose="02070309020205020404" pitchFamily="49" charset="0"/>
                        </a:rPr>
                        <a:t>horizon</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number of weeks between the </a:t>
                      </a:r>
                      <a:r>
                        <a:rPr lang="en-US" sz="1600" dirty="0" err="1">
                          <a:latin typeface="Arial" panose="020B0604020202020204" pitchFamily="34" charset="0"/>
                          <a:cs typeface="Arial" panose="020B0604020202020204" pitchFamily="34" charset="0"/>
                        </a:rPr>
                        <a:t>reference_date</a:t>
                      </a:r>
                      <a:r>
                        <a:rPr lang="en-US" sz="1600" dirty="0">
                          <a:latin typeface="Arial" panose="020B0604020202020204" pitchFamily="34" charset="0"/>
                          <a:cs typeface="Arial" panose="020B0604020202020204" pitchFamily="34" charset="0"/>
                        </a:rPr>
                        <a:t> and the </a:t>
                      </a:r>
                      <a:r>
                        <a:rPr lang="en-US" sz="1600" dirty="0" err="1">
                          <a:latin typeface="Arial" panose="020B0604020202020204" pitchFamily="34" charset="0"/>
                          <a:cs typeface="Arial" panose="020B0604020202020204" pitchFamily="34" charset="0"/>
                        </a:rPr>
                        <a:t>target_end_date</a:t>
                      </a:r>
                      <a:r>
                        <a:rPr lang="en-US" sz="1600" dirty="0">
                          <a:latin typeface="Arial" panose="020B0604020202020204" pitchFamily="34" charset="0"/>
                          <a:cs typeface="Arial" panose="020B0604020202020204" pitchFamily="34" charset="0"/>
                        </a:rPr>
                        <a:t>.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[1]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949957553"/>
                  </a:ext>
                </a:extLst>
              </a:tr>
              <a:tr h="802726">
                <a:tc>
                  <a:txBody>
                    <a:bodyPr/>
                    <a:lstStyle/>
                    <a:p>
                      <a:pPr algn="l"/>
                      <a:r>
                        <a:rPr lang="en-US" sz="1600" dirty="0" err="1">
                          <a:latin typeface="Courier New" panose="02070309020205020404" pitchFamily="49" charset="0"/>
                          <a:cs typeface="Courier New" panose="02070309020205020404" pitchFamily="49" charset="0"/>
                        </a:rPr>
                        <a:t>target_end_date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last date of the retrospective/nowcast/</a:t>
                      </a:r>
                    </a:p>
                    <a:p>
                      <a:pPr algn="l"/>
                      <a:r>
                        <a:rPr lang="en-US" sz="1600" dirty="0">
                          <a:latin typeface="Arial" panose="020B0604020202020204" pitchFamily="34" charset="0"/>
                          <a:cs typeface="Arial" panose="020B0604020202020204" pitchFamily="34" charset="0"/>
                        </a:rPr>
                        <a:t>forecast target’s week (Saturday).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ISO Format Date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YYYY-MM-DD</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4155191041"/>
                  </a:ext>
                </a:extLst>
              </a:tr>
              <a:tr h="802726">
                <a:tc>
                  <a:txBody>
                    <a:bodyPr/>
                    <a:lstStyle/>
                    <a:p>
                      <a:pPr algn="l"/>
                      <a:r>
                        <a:rPr lang="en-US" sz="1600" dirty="0">
                          <a:latin typeface="Courier New" panose="02070309020205020404" pitchFamily="49" charset="0"/>
                          <a:cs typeface="Courier New" panose="02070309020205020404" pitchFamily="49" charset="0"/>
                        </a:rPr>
                        <a:t>location</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b="0" i="0" kern="1200" dirty="0">
                          <a:solidFill>
                            <a:schemeClr val="tx1"/>
                          </a:solidFill>
                          <a:effectLst/>
                          <a:latin typeface="Arial" panose="020B0604020202020204" pitchFamily="34" charset="0"/>
                          <a:ea typeface="+mn-ea"/>
                          <a:cs typeface="Arial" panose="020B0604020202020204" pitchFamily="34" charset="0"/>
                        </a:rPr>
                        <a:t>FIPS codes for U.S. states as well as "US" for national forecasts the </a:t>
                      </a:r>
                      <a:r>
                        <a:rPr lang="en-US" sz="1600" dirty="0">
                          <a:latin typeface="Arial" panose="020B0604020202020204" pitchFamily="34" charset="0"/>
                          <a:cs typeface="Arial" panose="020B0604020202020204" pitchFamily="34" charset="0"/>
                        </a:rPr>
                        <a:t>corresponding row is associated with.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US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907684717"/>
                  </a:ext>
                </a:extLst>
              </a:tr>
              <a:tr h="327036">
                <a:tc>
                  <a:txBody>
                    <a:bodyPr/>
                    <a:lstStyle/>
                    <a:p>
                      <a:pPr algn="l"/>
                      <a:r>
                        <a:rPr lang="en-US" sz="1600" dirty="0" err="1">
                          <a:latin typeface="Courier New" panose="02070309020205020404" pitchFamily="49" charset="0"/>
                          <a:cs typeface="Courier New" panose="02070309020205020404" pitchFamily="49" charset="0"/>
                        </a:rPr>
                        <a:t>output_type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type of value shown.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quantile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386425733"/>
                  </a:ext>
                </a:extLst>
              </a:tr>
              <a:tr h="1278415">
                <a:tc>
                  <a:txBody>
                    <a:bodyPr/>
                    <a:lstStyle/>
                    <a:p>
                      <a:pPr algn="l"/>
                      <a:r>
                        <a:rPr lang="en-US" sz="1600" dirty="0" err="1">
                          <a:latin typeface="Courier New" panose="02070309020205020404" pitchFamily="49" charset="0"/>
                          <a:cs typeface="Courier New" panose="02070309020205020404" pitchFamily="49" charset="0"/>
                        </a:rPr>
                        <a:t>output_type_id</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quantile label for the value in the corresponding row.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b="0" i="0" kern="1200" dirty="0">
                          <a:solidFill>
                            <a:schemeClr val="tx1"/>
                          </a:solidFill>
                          <a:effectLst/>
                          <a:latin typeface="Courier New" panose="02070309020205020404" pitchFamily="49" charset="0"/>
                          <a:ea typeface="+mn-ea"/>
                          <a:cs typeface="Courier New" panose="02070309020205020404" pitchFamily="49" charset="0"/>
                        </a:rPr>
                        <a:t>0.01, 0.025, 0.05, 0.1, 0.15, 0.2, 0.25, 0.3, 0.35, 0.4, 0.45, 0.5, 0.55, 0.6, 0.65, 0.7, 0.75, 0.8, 0.85, 0.9, 0.95, 0.975, </a:t>
                      </a:r>
                      <a:r>
                        <a:rPr lang="en-US" sz="1600" b="0" i="0" kern="1200" dirty="0">
                          <a:solidFill>
                            <a:schemeClr val="tx1"/>
                          </a:solidFill>
                          <a:effectLst/>
                          <a:latin typeface="Arial" panose="020B0604020202020204" pitchFamily="34" charset="0"/>
                          <a:ea typeface="+mn-ea"/>
                          <a:cs typeface="Arial" panose="020B0604020202020204" pitchFamily="34" charset="0"/>
                        </a:rPr>
                        <a:t>and</a:t>
                      </a:r>
                      <a:r>
                        <a:rPr lang="en-US" sz="1600" b="0" i="0" kern="1200" dirty="0">
                          <a:solidFill>
                            <a:schemeClr val="tx1"/>
                          </a:solidFill>
                          <a:effectLst/>
                          <a:latin typeface="Courier New" panose="02070309020205020404" pitchFamily="49" charset="0"/>
                          <a:ea typeface="+mn-ea"/>
                          <a:cs typeface="Courier New" panose="02070309020205020404" pitchFamily="49" charset="0"/>
                        </a:rPr>
                        <a:t> 0.99</a:t>
                      </a:r>
                      <a:endParaRPr lang="en-US" sz="1600" b="0" i="0" kern="1200" dirty="0">
                        <a:solidFill>
                          <a:schemeClr val="dk1"/>
                        </a:solidFill>
                        <a:effectLst/>
                        <a:latin typeface="Courier New" panose="02070309020205020404" pitchFamily="49" charset="0"/>
                        <a:ea typeface="+mn-ea"/>
                        <a:cs typeface="Courier New" panose="02070309020205020404" pitchFamily="49" charset="0"/>
                      </a:endParaRP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625344559"/>
                  </a:ext>
                </a:extLst>
              </a:tr>
              <a:tr h="802726">
                <a:tc>
                  <a:txBody>
                    <a:bodyPr/>
                    <a:lstStyle/>
                    <a:p>
                      <a:pPr algn="l"/>
                      <a:r>
                        <a:rPr lang="en-US" sz="1600" dirty="0">
                          <a:latin typeface="Courier New" panose="02070309020205020404" pitchFamily="49" charset="0"/>
                          <a:cs typeface="Courier New" panose="02070309020205020404" pitchFamily="49" charset="0"/>
                        </a:rPr>
                        <a:t>value</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non-negative numbers indicating the quantile prediction for the corresponding row.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Integer</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6296662"/>
                  </a:ext>
                </a:extLst>
              </a:tr>
            </a:tbl>
          </a:graphicData>
        </a:graphic>
      </p:graphicFrame>
    </p:spTree>
    <p:extLst>
      <p:ext uri="{BB962C8B-B14F-4D97-AF65-F5344CB8AC3E}">
        <p14:creationId xmlns:p14="http://schemas.microsoft.com/office/powerpoint/2010/main" val="33616722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21592-C948-D0B8-D1C2-A4A5B30E9D79}"/>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F44F60AF-7E8D-B0C9-D9A1-D8400AE7C5D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2774181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75D65-DB34-D974-E43C-05A1712BBEC2}"/>
              </a:ext>
            </a:extLst>
          </p:cNvPr>
          <p:cNvSpPr>
            <a:spLocks noGrp="1"/>
          </p:cNvSpPr>
          <p:nvPr>
            <p:ph type="title"/>
          </p:nvPr>
        </p:nvSpPr>
        <p:spPr/>
        <p:txBody>
          <a:bodyPr/>
          <a:lstStyle/>
          <a:p>
            <a:r>
              <a:rPr lang="en-US" dirty="0"/>
              <a:t>Free Coding!	</a:t>
            </a:r>
          </a:p>
        </p:txBody>
      </p:sp>
      <p:sp>
        <p:nvSpPr>
          <p:cNvPr id="3" name="Content Placeholder 2">
            <a:extLst>
              <a:ext uri="{FF2B5EF4-FFF2-40B4-BE49-F238E27FC236}">
                <a16:creationId xmlns:a16="http://schemas.microsoft.com/office/drawing/2014/main" id="{3FFAD98E-5401-5D45-2F0C-202A897787B4}"/>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24212671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4E262-FFE6-BDE7-2FB9-6DFBC1BB3BD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53AEF43-962B-F1B7-5527-9A618F6F9C35}"/>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14581921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992EE24-9BB7-4FD1-876D-5FCB587F22CF}">
  <we:reference id="wa200010001" version="1.0.0.1" store="en-US" storeType="OMEX"/>
  <we:alternateReferences>
    <we:reference id="WA200010001" version="1.0.0.1" store="WA200010001" storeType="OMEX"/>
  </we:alternateReferences>
  <we:properties>
    <we:property name="claude.fileId" value="&quot;a3c24d8c-bbf9-4188-8fe1-d3eb7c1458e7&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2898</TotalTime>
  <Words>2787</Words>
  <Application>Microsoft Office PowerPoint</Application>
  <PresentationFormat>Widescreen</PresentationFormat>
  <Paragraphs>330</Paragraphs>
  <Slides>28</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Aptos</vt:lpstr>
      <vt:lpstr>Aptos Display</vt:lpstr>
      <vt:lpstr>Arial</vt:lpstr>
      <vt:lpstr>Calibri</vt:lpstr>
      <vt:lpstr>Courier New</vt:lpstr>
      <vt:lpstr>Trebuchet MS</vt:lpstr>
      <vt:lpstr>Office Theme</vt:lpstr>
      <vt:lpstr>Activity 05: Incremental Revisions</vt:lpstr>
      <vt:lpstr>PowerPoint Presentation</vt:lpstr>
      <vt:lpstr>PowerPoint Presentation</vt:lpstr>
      <vt:lpstr>Task Overviews</vt:lpstr>
      <vt:lpstr>Goal Output</vt:lpstr>
      <vt:lpstr>Modeling Process</vt:lpstr>
      <vt:lpstr>Task One</vt:lpstr>
      <vt:lpstr>Leading Indicators</vt:lpstr>
      <vt:lpstr>Other Available Data Sources </vt:lpstr>
      <vt:lpstr>Other Available Data Sources </vt:lpstr>
      <vt:lpstr>Examples: Leading Indicators </vt:lpstr>
      <vt:lpstr>PowerPoint Presentation</vt:lpstr>
      <vt:lpstr>Just as a reminder:  We are using the FluSight format for all forecasts. </vt:lpstr>
      <vt:lpstr>PowerPoint Presentation</vt:lpstr>
      <vt:lpstr>Evaluation: Should we keep the change?</vt:lpstr>
      <vt:lpstr>Now it's your turn!</vt:lpstr>
      <vt:lpstr>Task Two</vt:lpstr>
      <vt:lpstr>Meet XGBoost</vt:lpstr>
      <vt:lpstr>How XGBoost Works</vt:lpstr>
      <vt:lpstr>Just as a reminder:  We are using the FluSight format for all forecasts. </vt:lpstr>
      <vt:lpstr>PowerPoint Presentation</vt:lpstr>
      <vt:lpstr>Evaluation: Should we keep the change?</vt:lpstr>
      <vt:lpstr>Now it's your turn!</vt:lpstr>
      <vt:lpstr>Task Three</vt:lpstr>
      <vt:lpstr>PowerPoint Presentation</vt:lpstr>
      <vt:lpstr>PowerPoint Presentation</vt:lpstr>
      <vt:lpstr>Free Coding!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Marie Bleichrodt</dc:creator>
  <cp:lastModifiedBy>Amanda Marie Bleichrodt</cp:lastModifiedBy>
  <cp:revision>3</cp:revision>
  <dcterms:created xsi:type="dcterms:W3CDTF">2026-07-13T05:10:10Z</dcterms:created>
  <dcterms:modified xsi:type="dcterms:W3CDTF">2026-07-16T19:22:51Z</dcterms:modified>
</cp:coreProperties>
</file>